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1_7788D4F4.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7" r:id="rId2"/>
  </p:sldIdLst>
  <p:sldSz cx="34747200" cy="35386963"/>
  <p:notesSz cx="6858000" cy="9144000"/>
  <p:defaultTextStyle>
    <a:defPPr>
      <a:defRPr lang="en-US"/>
    </a:defPPr>
    <a:lvl1pPr marL="0" algn="l" defTabSz="2003654" rtl="0" eaLnBrk="1" latinLnBrk="0" hangingPunct="1">
      <a:defRPr sz="3963" kern="1200">
        <a:solidFill>
          <a:schemeClr val="tx1"/>
        </a:solidFill>
        <a:latin typeface="+mn-lt"/>
        <a:ea typeface="+mn-ea"/>
        <a:cs typeface="+mn-cs"/>
      </a:defRPr>
    </a:lvl1pPr>
    <a:lvl2pPr marL="1001827" algn="l" defTabSz="2003654" rtl="0" eaLnBrk="1" latinLnBrk="0" hangingPunct="1">
      <a:defRPr sz="3963" kern="1200">
        <a:solidFill>
          <a:schemeClr val="tx1"/>
        </a:solidFill>
        <a:latin typeface="+mn-lt"/>
        <a:ea typeface="+mn-ea"/>
        <a:cs typeface="+mn-cs"/>
      </a:defRPr>
    </a:lvl2pPr>
    <a:lvl3pPr marL="2003654" algn="l" defTabSz="2003654" rtl="0" eaLnBrk="1" latinLnBrk="0" hangingPunct="1">
      <a:defRPr sz="3963" kern="1200">
        <a:solidFill>
          <a:schemeClr val="tx1"/>
        </a:solidFill>
        <a:latin typeface="+mn-lt"/>
        <a:ea typeface="+mn-ea"/>
        <a:cs typeface="+mn-cs"/>
      </a:defRPr>
    </a:lvl3pPr>
    <a:lvl4pPr marL="3005483" algn="l" defTabSz="2003654" rtl="0" eaLnBrk="1" latinLnBrk="0" hangingPunct="1">
      <a:defRPr sz="3963" kern="1200">
        <a:solidFill>
          <a:schemeClr val="tx1"/>
        </a:solidFill>
        <a:latin typeface="+mn-lt"/>
        <a:ea typeface="+mn-ea"/>
        <a:cs typeface="+mn-cs"/>
      </a:defRPr>
    </a:lvl4pPr>
    <a:lvl5pPr marL="4007310" algn="l" defTabSz="2003654" rtl="0" eaLnBrk="1" latinLnBrk="0" hangingPunct="1">
      <a:defRPr sz="3963" kern="1200">
        <a:solidFill>
          <a:schemeClr val="tx1"/>
        </a:solidFill>
        <a:latin typeface="+mn-lt"/>
        <a:ea typeface="+mn-ea"/>
        <a:cs typeface="+mn-cs"/>
      </a:defRPr>
    </a:lvl5pPr>
    <a:lvl6pPr marL="5009137" algn="l" defTabSz="2003654" rtl="0" eaLnBrk="1" latinLnBrk="0" hangingPunct="1">
      <a:defRPr sz="3963" kern="1200">
        <a:solidFill>
          <a:schemeClr val="tx1"/>
        </a:solidFill>
        <a:latin typeface="+mn-lt"/>
        <a:ea typeface="+mn-ea"/>
        <a:cs typeface="+mn-cs"/>
      </a:defRPr>
    </a:lvl6pPr>
    <a:lvl7pPr marL="6010964" algn="l" defTabSz="2003654" rtl="0" eaLnBrk="1" latinLnBrk="0" hangingPunct="1">
      <a:defRPr sz="3963" kern="1200">
        <a:solidFill>
          <a:schemeClr val="tx1"/>
        </a:solidFill>
        <a:latin typeface="+mn-lt"/>
        <a:ea typeface="+mn-ea"/>
        <a:cs typeface="+mn-cs"/>
      </a:defRPr>
    </a:lvl7pPr>
    <a:lvl8pPr marL="7012791" algn="l" defTabSz="2003654" rtl="0" eaLnBrk="1" latinLnBrk="0" hangingPunct="1">
      <a:defRPr sz="3963" kern="1200">
        <a:solidFill>
          <a:schemeClr val="tx1"/>
        </a:solidFill>
        <a:latin typeface="+mn-lt"/>
        <a:ea typeface="+mn-ea"/>
        <a:cs typeface="+mn-cs"/>
      </a:defRPr>
    </a:lvl8pPr>
    <a:lvl9pPr marL="8014618" algn="l" defTabSz="2003654" rtl="0" eaLnBrk="1" latinLnBrk="0" hangingPunct="1">
      <a:defRPr sz="396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146" userDrawn="1">
          <p15:clr>
            <a:srgbClr val="A4A3A4"/>
          </p15:clr>
        </p15:guide>
        <p15:guide id="2" pos="109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137B73-C207-1407-898B-797CE70D2312}" name="Read, Zoe" initials="ZR" userId="S::ReadZ@SI.EDU::b08cd0fd-26d2-470b-8ec0-c6e6cb2a79b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BFE2"/>
    <a:srgbClr val="4197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2716F6-75B8-4E39-A6D4-7E66C823071B}" v="112" dt="2026-03-13T20:00:58.8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479" autoAdjust="0"/>
    <p:restoredTop sz="95717" autoAdjust="0"/>
  </p:normalViewPr>
  <p:slideViewPr>
    <p:cSldViewPr>
      <p:cViewPr>
        <p:scale>
          <a:sx n="42" d="100"/>
          <a:sy n="42" d="100"/>
        </p:scale>
        <p:origin x="678" y="-4524"/>
      </p:cViewPr>
      <p:guideLst>
        <p:guide orient="horz" pos="11146"/>
        <p:guide pos="109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10" Type="http://schemas.microsoft.com/office/2018/10/relationships/authors" Target="author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ad, Zoe" userId="b08cd0fd-26d2-470b-8ec0-c6e6cb2a79bd" providerId="ADAL" clId="{5AEB2719-95A5-4ED2-9E0E-ED462BB10526}"/>
    <pc:docChg chg="undo custSel addSld delSld modSld modMainMaster">
      <pc:chgData name="Read, Zoe" userId="b08cd0fd-26d2-470b-8ec0-c6e6cb2a79bd" providerId="ADAL" clId="{5AEB2719-95A5-4ED2-9E0E-ED462BB10526}" dt="2026-03-13T20:01:30.523" v="6420" actId="1036"/>
      <pc:docMkLst>
        <pc:docMk/>
      </pc:docMkLst>
      <pc:sldChg chg="addSp delSp modSp mod modNotesTx">
        <pc:chgData name="Read, Zoe" userId="b08cd0fd-26d2-470b-8ec0-c6e6cb2a79bd" providerId="ADAL" clId="{5AEB2719-95A5-4ED2-9E0E-ED462BB10526}" dt="2026-03-13T20:01:30.523" v="6420" actId="1036"/>
        <pc:sldMkLst>
          <pc:docMk/>
          <pc:sldMk cId="2005456116" sldId="257"/>
        </pc:sldMkLst>
        <pc:spChg chg="mod">
          <ac:chgData name="Read, Zoe" userId="b08cd0fd-26d2-470b-8ec0-c6e6cb2a79bd" providerId="ADAL" clId="{5AEB2719-95A5-4ED2-9E0E-ED462BB10526}" dt="2026-03-13T19:32:25.158" v="6195" actId="20577"/>
          <ac:spMkLst>
            <pc:docMk/>
            <pc:sldMk cId="2005456116" sldId="257"/>
            <ac:spMk id="2" creationId="{B60AF3C6-E87C-784C-EFEA-27D2ADCE070F}"/>
          </ac:spMkLst>
        </pc:spChg>
        <pc:spChg chg="mod">
          <ac:chgData name="Read, Zoe" userId="b08cd0fd-26d2-470b-8ec0-c6e6cb2a79bd" providerId="ADAL" clId="{5AEB2719-95A5-4ED2-9E0E-ED462BB10526}" dt="2026-03-13T20:00:59.077" v="6414" actId="21"/>
          <ac:spMkLst>
            <pc:docMk/>
            <pc:sldMk cId="2005456116" sldId="257"/>
            <ac:spMk id="3" creationId="{69275BAE-6112-7B97-7490-496A68DBDB86}"/>
          </ac:spMkLst>
        </pc:spChg>
        <pc:spChg chg="add mod">
          <ac:chgData name="Read, Zoe" userId="b08cd0fd-26d2-470b-8ec0-c6e6cb2a79bd" providerId="ADAL" clId="{5AEB2719-95A5-4ED2-9E0E-ED462BB10526}" dt="2026-03-13T19:22:44.257" v="6146" actId="20577"/>
          <ac:spMkLst>
            <pc:docMk/>
            <pc:sldMk cId="2005456116" sldId="257"/>
            <ac:spMk id="5" creationId="{611D73CC-38EE-87A4-659B-7AFB71426A3B}"/>
          </ac:spMkLst>
        </pc:spChg>
        <pc:spChg chg="add mod ord">
          <ac:chgData name="Read, Zoe" userId="b08cd0fd-26d2-470b-8ec0-c6e6cb2a79bd" providerId="ADAL" clId="{5AEB2719-95A5-4ED2-9E0E-ED462BB10526}" dt="2026-03-13T19:33:32.228" v="6207" actId="20577"/>
          <ac:spMkLst>
            <pc:docMk/>
            <pc:sldMk cId="2005456116" sldId="257"/>
            <ac:spMk id="7" creationId="{B580F8D7-E067-282C-0BEF-1FA899DCFD3B}"/>
          </ac:spMkLst>
        </pc:spChg>
        <pc:spChg chg="del mod">
          <ac:chgData name="Read, Zoe" userId="b08cd0fd-26d2-470b-8ec0-c6e6cb2a79bd" providerId="ADAL" clId="{5AEB2719-95A5-4ED2-9E0E-ED462BB10526}" dt="2026-03-12T20:26:30.998" v="3594" actId="478"/>
          <ac:spMkLst>
            <pc:docMk/>
            <pc:sldMk cId="2005456116" sldId="257"/>
            <ac:spMk id="8" creationId="{C27ACF02-AE38-EED1-52AD-AE57386B0269}"/>
          </ac:spMkLst>
        </pc:spChg>
        <pc:spChg chg="mod">
          <ac:chgData name="Read, Zoe" userId="b08cd0fd-26d2-470b-8ec0-c6e6cb2a79bd" providerId="ADAL" clId="{5AEB2719-95A5-4ED2-9E0E-ED462BB10526}" dt="2026-03-13T15:56:17.329" v="5363" actId="1036"/>
          <ac:spMkLst>
            <pc:docMk/>
            <pc:sldMk cId="2005456116" sldId="257"/>
            <ac:spMk id="12" creationId="{0C87B8A1-9733-67EB-E4E3-F2570D73F838}"/>
          </ac:spMkLst>
        </pc:spChg>
        <pc:spChg chg="mod">
          <ac:chgData name="Read, Zoe" userId="b08cd0fd-26d2-470b-8ec0-c6e6cb2a79bd" providerId="ADAL" clId="{5AEB2719-95A5-4ED2-9E0E-ED462BB10526}" dt="2026-03-13T15:50:15.459" v="5087" actId="1036"/>
          <ac:spMkLst>
            <pc:docMk/>
            <pc:sldMk cId="2005456116" sldId="257"/>
            <ac:spMk id="17" creationId="{2BD42464-D16B-3701-0C0F-271BDE66BAA5}"/>
          </ac:spMkLst>
        </pc:spChg>
        <pc:spChg chg="mod">
          <ac:chgData name="Read, Zoe" userId="b08cd0fd-26d2-470b-8ec0-c6e6cb2a79bd" providerId="ADAL" clId="{5AEB2719-95A5-4ED2-9E0E-ED462BB10526}" dt="2026-03-13T15:50:15.459" v="5087" actId="1036"/>
          <ac:spMkLst>
            <pc:docMk/>
            <pc:sldMk cId="2005456116" sldId="257"/>
            <ac:spMk id="25" creationId="{A8454ACA-A266-32A3-C891-C89EAA9E01CB}"/>
          </ac:spMkLst>
        </pc:spChg>
        <pc:spChg chg="mod">
          <ac:chgData name="Read, Zoe" userId="b08cd0fd-26d2-470b-8ec0-c6e6cb2a79bd" providerId="ADAL" clId="{5AEB2719-95A5-4ED2-9E0E-ED462BB10526}" dt="2026-03-13T15:50:15.459" v="5087" actId="1036"/>
          <ac:spMkLst>
            <pc:docMk/>
            <pc:sldMk cId="2005456116" sldId="257"/>
            <ac:spMk id="26" creationId="{484190F2-EFC3-A118-D2D7-FB24CCBD39B4}"/>
          </ac:spMkLst>
        </pc:spChg>
        <pc:spChg chg="mod">
          <ac:chgData name="Read, Zoe" userId="b08cd0fd-26d2-470b-8ec0-c6e6cb2a79bd" providerId="ADAL" clId="{5AEB2719-95A5-4ED2-9E0E-ED462BB10526}" dt="2026-03-13T15:50:15.459" v="5087" actId="1036"/>
          <ac:spMkLst>
            <pc:docMk/>
            <pc:sldMk cId="2005456116" sldId="257"/>
            <ac:spMk id="27" creationId="{E3FB73FF-BFA6-26DB-AA0A-F51D66FFA661}"/>
          </ac:spMkLst>
        </pc:spChg>
        <pc:spChg chg="mod">
          <ac:chgData name="Read, Zoe" userId="b08cd0fd-26d2-470b-8ec0-c6e6cb2a79bd" providerId="ADAL" clId="{5AEB2719-95A5-4ED2-9E0E-ED462BB10526}" dt="2026-03-13T15:50:15.459" v="5087" actId="1036"/>
          <ac:spMkLst>
            <pc:docMk/>
            <pc:sldMk cId="2005456116" sldId="257"/>
            <ac:spMk id="31" creationId="{9187A6BA-BC5B-ADEA-5C80-21A90D319C6D}"/>
          </ac:spMkLst>
        </pc:spChg>
        <pc:spChg chg="mod">
          <ac:chgData name="Read, Zoe" userId="b08cd0fd-26d2-470b-8ec0-c6e6cb2a79bd" providerId="ADAL" clId="{5AEB2719-95A5-4ED2-9E0E-ED462BB10526}" dt="2026-03-13T15:50:15.459" v="5087" actId="1036"/>
          <ac:spMkLst>
            <pc:docMk/>
            <pc:sldMk cId="2005456116" sldId="257"/>
            <ac:spMk id="1024" creationId="{534B1453-A12C-51C2-7D42-7A9A13707632}"/>
          </ac:spMkLst>
        </pc:spChg>
        <pc:spChg chg="mod">
          <ac:chgData name="Read, Zoe" userId="b08cd0fd-26d2-470b-8ec0-c6e6cb2a79bd" providerId="ADAL" clId="{5AEB2719-95A5-4ED2-9E0E-ED462BB10526}" dt="2026-03-13T15:50:15.459" v="5087" actId="1036"/>
          <ac:spMkLst>
            <pc:docMk/>
            <pc:sldMk cId="2005456116" sldId="257"/>
            <ac:spMk id="1025" creationId="{9F20B42B-9512-BB49-4F59-11A4D0326422}"/>
          </ac:spMkLst>
        </pc:spChg>
        <pc:spChg chg="mod">
          <ac:chgData name="Read, Zoe" userId="b08cd0fd-26d2-470b-8ec0-c6e6cb2a79bd" providerId="ADAL" clId="{5AEB2719-95A5-4ED2-9E0E-ED462BB10526}" dt="2026-03-12T20:26:21.074" v="3593" actId="1035"/>
          <ac:spMkLst>
            <pc:docMk/>
            <pc:sldMk cId="2005456116" sldId="257"/>
            <ac:spMk id="1026" creationId="{DE5C81FB-2A8D-A005-8B1C-169458704852}"/>
          </ac:spMkLst>
        </pc:spChg>
        <pc:spChg chg="mod">
          <ac:chgData name="Read, Zoe" userId="b08cd0fd-26d2-470b-8ec0-c6e6cb2a79bd" providerId="ADAL" clId="{5AEB2719-95A5-4ED2-9E0E-ED462BB10526}" dt="2026-03-10T20:22:48.981" v="1855" actId="1076"/>
          <ac:spMkLst>
            <pc:docMk/>
            <pc:sldMk cId="2005456116" sldId="257"/>
            <ac:spMk id="1027" creationId="{09B9D4B3-825A-6240-B76A-180647AC14FF}"/>
          </ac:spMkLst>
        </pc:spChg>
        <pc:spChg chg="mod">
          <ac:chgData name="Read, Zoe" userId="b08cd0fd-26d2-470b-8ec0-c6e6cb2a79bd" providerId="ADAL" clId="{5AEB2719-95A5-4ED2-9E0E-ED462BB10526}" dt="2026-03-13T15:50:15.459" v="5087" actId="1036"/>
          <ac:spMkLst>
            <pc:docMk/>
            <pc:sldMk cId="2005456116" sldId="257"/>
            <ac:spMk id="1028" creationId="{21EEE5BE-6B05-FC7D-1F1A-67A39BAA5CDA}"/>
          </ac:spMkLst>
        </pc:spChg>
        <pc:spChg chg="mod">
          <ac:chgData name="Read, Zoe" userId="b08cd0fd-26d2-470b-8ec0-c6e6cb2a79bd" providerId="ADAL" clId="{5AEB2719-95A5-4ED2-9E0E-ED462BB10526}" dt="2026-03-13T15:50:15.459" v="5087" actId="1036"/>
          <ac:spMkLst>
            <pc:docMk/>
            <pc:sldMk cId="2005456116" sldId="257"/>
            <ac:spMk id="1029" creationId="{C7415B56-3138-683E-A33F-94BF1FC8C347}"/>
          </ac:spMkLst>
        </pc:spChg>
        <pc:spChg chg="mod">
          <ac:chgData name="Read, Zoe" userId="b08cd0fd-26d2-470b-8ec0-c6e6cb2a79bd" providerId="ADAL" clId="{5AEB2719-95A5-4ED2-9E0E-ED462BB10526}" dt="2026-03-13T15:50:15.459" v="5087" actId="1036"/>
          <ac:spMkLst>
            <pc:docMk/>
            <pc:sldMk cId="2005456116" sldId="257"/>
            <ac:spMk id="1030" creationId="{65E00C91-BBF6-45C7-C690-D1D7A6D871AE}"/>
          </ac:spMkLst>
        </pc:spChg>
        <pc:spChg chg="add mod">
          <ac:chgData name="Read, Zoe" userId="b08cd0fd-26d2-470b-8ec0-c6e6cb2a79bd" providerId="ADAL" clId="{5AEB2719-95A5-4ED2-9E0E-ED462BB10526}" dt="2026-03-13T20:01:22.771" v="6419" actId="1035"/>
          <ac:spMkLst>
            <pc:docMk/>
            <pc:sldMk cId="2005456116" sldId="257"/>
            <ac:spMk id="1033" creationId="{32C2827D-C730-B34A-4122-5BD22CBCDCCA}"/>
          </ac:spMkLst>
        </pc:spChg>
        <pc:spChg chg="add mod">
          <ac:chgData name="Read, Zoe" userId="b08cd0fd-26d2-470b-8ec0-c6e6cb2a79bd" providerId="ADAL" clId="{5AEB2719-95A5-4ED2-9E0E-ED462BB10526}" dt="2026-03-13T15:20:46.824" v="5011" actId="113"/>
          <ac:spMkLst>
            <pc:docMk/>
            <pc:sldMk cId="2005456116" sldId="257"/>
            <ac:spMk id="1034" creationId="{3B019716-EAFE-3F05-01D8-F3689D302ED2}"/>
          </ac:spMkLst>
        </pc:spChg>
        <pc:spChg chg="add mod">
          <ac:chgData name="Read, Zoe" userId="b08cd0fd-26d2-470b-8ec0-c6e6cb2a79bd" providerId="ADAL" clId="{5AEB2719-95A5-4ED2-9E0E-ED462BB10526}" dt="2026-03-13T19:33:53.441" v="6210" actId="20577"/>
          <ac:spMkLst>
            <pc:docMk/>
            <pc:sldMk cId="2005456116" sldId="257"/>
            <ac:spMk id="1035" creationId="{8DA61A9E-9FD6-923F-C6C1-69FD27ACDB80}"/>
          </ac:spMkLst>
        </pc:spChg>
        <pc:spChg chg="mod">
          <ac:chgData name="Read, Zoe" userId="b08cd0fd-26d2-470b-8ec0-c6e6cb2a79bd" providerId="ADAL" clId="{5AEB2719-95A5-4ED2-9E0E-ED462BB10526}" dt="2026-03-13T19:37:17.599" v="6382" actId="1076"/>
          <ac:spMkLst>
            <pc:docMk/>
            <pc:sldMk cId="2005456116" sldId="257"/>
            <ac:spMk id="1046" creationId="{3D22E29A-542C-2707-EE87-D32E923FD26A}"/>
          </ac:spMkLst>
        </pc:spChg>
        <pc:spChg chg="add del mod">
          <ac:chgData name="Read, Zoe" userId="b08cd0fd-26d2-470b-8ec0-c6e6cb2a79bd" providerId="ADAL" clId="{5AEB2719-95A5-4ED2-9E0E-ED462BB10526}" dt="2026-03-13T18:44:23.193" v="6000" actId="478"/>
          <ac:spMkLst>
            <pc:docMk/>
            <pc:sldMk cId="2005456116" sldId="257"/>
            <ac:spMk id="1106" creationId="{990614C8-403D-9EED-A601-7B130D60F6F4}"/>
          </ac:spMkLst>
        </pc:spChg>
        <pc:spChg chg="add del mod">
          <ac:chgData name="Read, Zoe" userId="b08cd0fd-26d2-470b-8ec0-c6e6cb2a79bd" providerId="ADAL" clId="{5AEB2719-95A5-4ED2-9E0E-ED462BB10526}" dt="2026-03-13T18:39:19.247" v="5999" actId="478"/>
          <ac:spMkLst>
            <pc:docMk/>
            <pc:sldMk cId="2005456116" sldId="257"/>
            <ac:spMk id="1121" creationId="{E65BED06-F373-80B1-9AE1-C3C5EC044957}"/>
          </ac:spMkLst>
        </pc:spChg>
        <pc:grpChg chg="del">
          <ac:chgData name="Read, Zoe" userId="b08cd0fd-26d2-470b-8ec0-c6e6cb2a79bd" providerId="ADAL" clId="{5AEB2719-95A5-4ED2-9E0E-ED462BB10526}" dt="2026-03-12T20:13:15.849" v="3367" actId="478"/>
          <ac:grpSpMkLst>
            <pc:docMk/>
            <pc:sldMk cId="2005456116" sldId="257"/>
            <ac:grpSpMk id="22" creationId="{2BFE48BE-D2C5-8243-5332-F748C7FB4EAC}"/>
          </ac:grpSpMkLst>
        </pc:grpChg>
        <pc:graphicFrameChg chg="mod modGraphic">
          <ac:chgData name="Read, Zoe" userId="b08cd0fd-26d2-470b-8ec0-c6e6cb2a79bd" providerId="ADAL" clId="{5AEB2719-95A5-4ED2-9E0E-ED462BB10526}" dt="2026-03-13T18:11:25.336" v="5465" actId="1076"/>
          <ac:graphicFrameMkLst>
            <pc:docMk/>
            <pc:sldMk cId="2005456116" sldId="257"/>
            <ac:graphicFrameMk id="20" creationId="{6EE1AE5B-A26D-71DD-8EF3-D283BC117F1C}"/>
          </ac:graphicFrameMkLst>
        </pc:graphicFrameChg>
        <pc:picChg chg="add del mod">
          <ac:chgData name="Read, Zoe" userId="b08cd0fd-26d2-470b-8ec0-c6e6cb2a79bd" providerId="ADAL" clId="{5AEB2719-95A5-4ED2-9E0E-ED462BB10526}" dt="2026-03-13T14:36:32.963" v="3889" actId="478"/>
          <ac:picMkLst>
            <pc:docMk/>
            <pc:sldMk cId="2005456116" sldId="257"/>
            <ac:picMk id="6" creationId="{E193A4F9-DEAF-C6DE-2623-1C1E36DBB696}"/>
          </ac:picMkLst>
        </pc:picChg>
        <pc:picChg chg="add del mod modCrop">
          <ac:chgData name="Read, Zoe" userId="b08cd0fd-26d2-470b-8ec0-c6e6cb2a79bd" providerId="ADAL" clId="{5AEB2719-95A5-4ED2-9E0E-ED462BB10526}" dt="2026-03-13T14:35:54.830" v="3882" actId="478"/>
          <ac:picMkLst>
            <pc:docMk/>
            <pc:sldMk cId="2005456116" sldId="257"/>
            <ac:picMk id="9" creationId="{09EDF015-AC84-7DA3-BD5A-225267C491D7}"/>
          </ac:picMkLst>
        </pc:picChg>
        <pc:picChg chg="add del mod">
          <ac:chgData name="Read, Zoe" userId="b08cd0fd-26d2-470b-8ec0-c6e6cb2a79bd" providerId="ADAL" clId="{5AEB2719-95A5-4ED2-9E0E-ED462BB10526}" dt="2026-03-13T14:37:42.624" v="3894" actId="478"/>
          <ac:picMkLst>
            <pc:docMk/>
            <pc:sldMk cId="2005456116" sldId="257"/>
            <ac:picMk id="10" creationId="{87488FFA-0267-8CB3-3D6F-2F08271CB032}"/>
          </ac:picMkLst>
        </pc:picChg>
        <pc:picChg chg="add del mod ord modCrop">
          <ac:chgData name="Read, Zoe" userId="b08cd0fd-26d2-470b-8ec0-c6e6cb2a79bd" providerId="ADAL" clId="{5AEB2719-95A5-4ED2-9E0E-ED462BB10526}" dt="2026-03-13T19:02:40.378" v="6050" actId="478"/>
          <ac:picMkLst>
            <pc:docMk/>
            <pc:sldMk cId="2005456116" sldId="257"/>
            <ac:picMk id="11" creationId="{0144416F-2A82-F7CC-0427-8A36932666F6}"/>
          </ac:picMkLst>
        </pc:picChg>
        <pc:picChg chg="add del mod">
          <ac:chgData name="Read, Zoe" userId="b08cd0fd-26d2-470b-8ec0-c6e6cb2a79bd" providerId="ADAL" clId="{5AEB2719-95A5-4ED2-9E0E-ED462BB10526}" dt="2026-03-13T15:26:55.493" v="5045" actId="478"/>
          <ac:picMkLst>
            <pc:docMk/>
            <pc:sldMk cId="2005456116" sldId="257"/>
            <ac:picMk id="14" creationId="{37395166-1C97-2974-4774-B9647BFFD3B0}"/>
          </ac:picMkLst>
        </pc:picChg>
        <pc:picChg chg="add del mod ord modCrop">
          <ac:chgData name="Read, Zoe" userId="b08cd0fd-26d2-470b-8ec0-c6e6cb2a79bd" providerId="ADAL" clId="{5AEB2719-95A5-4ED2-9E0E-ED462BB10526}" dt="2026-03-13T15:13:14.944" v="4945" actId="478"/>
          <ac:picMkLst>
            <pc:docMk/>
            <pc:sldMk cId="2005456116" sldId="257"/>
            <ac:picMk id="15" creationId="{6F1E99EB-549B-E9F4-C4C6-CCFBCE759AD8}"/>
          </ac:picMkLst>
        </pc:picChg>
        <pc:picChg chg="add del mod">
          <ac:chgData name="Read, Zoe" userId="b08cd0fd-26d2-470b-8ec0-c6e6cb2a79bd" providerId="ADAL" clId="{5AEB2719-95A5-4ED2-9E0E-ED462BB10526}" dt="2026-03-13T14:58:09.041" v="4859" actId="478"/>
          <ac:picMkLst>
            <pc:docMk/>
            <pc:sldMk cId="2005456116" sldId="257"/>
            <ac:picMk id="19" creationId="{4A548E57-4FEC-FC9E-37C8-9C6818770C12}"/>
          </ac:picMkLst>
        </pc:picChg>
        <pc:picChg chg="del mod">
          <ac:chgData name="Read, Zoe" userId="b08cd0fd-26d2-470b-8ec0-c6e6cb2a79bd" providerId="ADAL" clId="{5AEB2719-95A5-4ED2-9E0E-ED462BB10526}" dt="2026-03-12T20:13:02.055" v="3365" actId="478"/>
          <ac:picMkLst>
            <pc:docMk/>
            <pc:sldMk cId="2005456116" sldId="257"/>
            <ac:picMk id="19" creationId="{6F6CCBC1-FB78-D641-2558-44EE723465AE}"/>
          </ac:picMkLst>
        </pc:picChg>
        <pc:picChg chg="del">
          <ac:chgData name="Read, Zoe" userId="b08cd0fd-26d2-470b-8ec0-c6e6cb2a79bd" providerId="ADAL" clId="{5AEB2719-95A5-4ED2-9E0E-ED462BB10526}" dt="2026-03-12T20:13:15.849" v="3367" actId="478"/>
          <ac:picMkLst>
            <pc:docMk/>
            <pc:sldMk cId="2005456116" sldId="257"/>
            <ac:picMk id="24" creationId="{04440FAB-EE3F-FD41-C5C0-9224F3ADC6B1}"/>
          </ac:picMkLst>
        </pc:picChg>
        <pc:picChg chg="add del mod">
          <ac:chgData name="Read, Zoe" userId="b08cd0fd-26d2-470b-8ec0-c6e6cb2a79bd" providerId="ADAL" clId="{5AEB2719-95A5-4ED2-9E0E-ED462BB10526}" dt="2026-03-13T15:01:01.939" v="4868" actId="478"/>
          <ac:picMkLst>
            <pc:docMk/>
            <pc:sldMk cId="2005456116" sldId="257"/>
            <ac:picMk id="24" creationId="{3F0569DE-707F-D9F1-1D75-6E1DDB13B5E4}"/>
          </ac:picMkLst>
        </pc:picChg>
        <pc:picChg chg="add del mod ord">
          <ac:chgData name="Read, Zoe" userId="b08cd0fd-26d2-470b-8ec0-c6e6cb2a79bd" providerId="ADAL" clId="{5AEB2719-95A5-4ED2-9E0E-ED462BB10526}" dt="2026-03-13T15:01:53.310" v="4884" actId="478"/>
          <ac:picMkLst>
            <pc:docMk/>
            <pc:sldMk cId="2005456116" sldId="257"/>
            <ac:picMk id="1038" creationId="{79B545FE-4759-2D41-AC8C-49367F5FD302}"/>
          </ac:picMkLst>
        </pc:picChg>
        <pc:picChg chg="add del mod">
          <ac:chgData name="Read, Zoe" userId="b08cd0fd-26d2-470b-8ec0-c6e6cb2a79bd" providerId="ADAL" clId="{5AEB2719-95A5-4ED2-9E0E-ED462BB10526}" dt="2026-03-13T15:02:36.270" v="4894" actId="478"/>
          <ac:picMkLst>
            <pc:docMk/>
            <pc:sldMk cId="2005456116" sldId="257"/>
            <ac:picMk id="1041" creationId="{C6F1CF14-BF24-F636-555B-EE0412FF8575}"/>
          </ac:picMkLst>
        </pc:picChg>
        <pc:picChg chg="add del mod modCrop">
          <ac:chgData name="Read, Zoe" userId="b08cd0fd-26d2-470b-8ec0-c6e6cb2a79bd" providerId="ADAL" clId="{5AEB2719-95A5-4ED2-9E0E-ED462BB10526}" dt="2026-03-13T15:13:14.944" v="4945" actId="478"/>
          <ac:picMkLst>
            <pc:docMk/>
            <pc:sldMk cId="2005456116" sldId="257"/>
            <ac:picMk id="1042" creationId="{04363E67-54FD-37B3-65BB-A8173A952E9D}"/>
          </ac:picMkLst>
        </pc:picChg>
        <pc:picChg chg="add del mod">
          <ac:chgData name="Read, Zoe" userId="b08cd0fd-26d2-470b-8ec0-c6e6cb2a79bd" providerId="ADAL" clId="{5AEB2719-95A5-4ED2-9E0E-ED462BB10526}" dt="2026-03-13T15:06:17.977" v="4922" actId="478"/>
          <ac:picMkLst>
            <pc:docMk/>
            <pc:sldMk cId="2005456116" sldId="257"/>
            <ac:picMk id="1048" creationId="{3A2666A1-2DC7-950A-723E-6840B5BC5392}"/>
          </ac:picMkLst>
        </pc:picChg>
        <pc:picChg chg="add del mod">
          <ac:chgData name="Read, Zoe" userId="b08cd0fd-26d2-470b-8ec0-c6e6cb2a79bd" providerId="ADAL" clId="{5AEB2719-95A5-4ED2-9E0E-ED462BB10526}" dt="2026-03-13T15:06:58.060" v="4929" actId="478"/>
          <ac:picMkLst>
            <pc:docMk/>
            <pc:sldMk cId="2005456116" sldId="257"/>
            <ac:picMk id="1059" creationId="{EB3694CB-2E69-2599-592D-A9902BAD3ADD}"/>
          </ac:picMkLst>
        </pc:picChg>
        <pc:picChg chg="add del mod">
          <ac:chgData name="Read, Zoe" userId="b08cd0fd-26d2-470b-8ec0-c6e6cb2a79bd" providerId="ADAL" clId="{5AEB2719-95A5-4ED2-9E0E-ED462BB10526}" dt="2026-03-13T15:07:38.327" v="4937" actId="478"/>
          <ac:picMkLst>
            <pc:docMk/>
            <pc:sldMk cId="2005456116" sldId="257"/>
            <ac:picMk id="1061" creationId="{5C64DEE6-3355-98B2-AC38-10A3DD327236}"/>
          </ac:picMkLst>
        </pc:picChg>
        <pc:picChg chg="add del mod">
          <ac:chgData name="Read, Zoe" userId="b08cd0fd-26d2-470b-8ec0-c6e6cb2a79bd" providerId="ADAL" clId="{5AEB2719-95A5-4ED2-9E0E-ED462BB10526}" dt="2026-03-13T15:08:12.270" v="4943" actId="478"/>
          <ac:picMkLst>
            <pc:docMk/>
            <pc:sldMk cId="2005456116" sldId="257"/>
            <ac:picMk id="1063" creationId="{AC1EC631-C193-3A00-6730-F1F2DABABD96}"/>
          </ac:picMkLst>
        </pc:picChg>
        <pc:picChg chg="add del mod">
          <ac:chgData name="Read, Zoe" userId="b08cd0fd-26d2-470b-8ec0-c6e6cb2a79bd" providerId="ADAL" clId="{5AEB2719-95A5-4ED2-9E0E-ED462BB10526}" dt="2026-03-13T15:22:30.164" v="5023" actId="478"/>
          <ac:picMkLst>
            <pc:docMk/>
            <pc:sldMk cId="2005456116" sldId="257"/>
            <ac:picMk id="1065" creationId="{D9220666-D88E-9558-B956-D1D5B159C76E}"/>
          </ac:picMkLst>
        </pc:picChg>
        <pc:picChg chg="add del mod">
          <ac:chgData name="Read, Zoe" userId="b08cd0fd-26d2-470b-8ec0-c6e6cb2a79bd" providerId="ADAL" clId="{5AEB2719-95A5-4ED2-9E0E-ED462BB10526}" dt="2026-03-13T15:14:14.848" v="4949" actId="478"/>
          <ac:picMkLst>
            <pc:docMk/>
            <pc:sldMk cId="2005456116" sldId="257"/>
            <ac:picMk id="1067" creationId="{2E554507-40AB-39F1-06F7-5ACA98D452FD}"/>
          </ac:picMkLst>
        </pc:picChg>
        <pc:picChg chg="add del mod">
          <ac:chgData name="Read, Zoe" userId="b08cd0fd-26d2-470b-8ec0-c6e6cb2a79bd" providerId="ADAL" clId="{5AEB2719-95A5-4ED2-9E0E-ED462BB10526}" dt="2026-03-13T15:14:29.167" v="4954" actId="478"/>
          <ac:picMkLst>
            <pc:docMk/>
            <pc:sldMk cId="2005456116" sldId="257"/>
            <ac:picMk id="1069" creationId="{8D91DBDB-9E9E-52CB-55AD-9A637EFC0709}"/>
          </ac:picMkLst>
        </pc:picChg>
        <pc:picChg chg="add del mod">
          <ac:chgData name="Read, Zoe" userId="b08cd0fd-26d2-470b-8ec0-c6e6cb2a79bd" providerId="ADAL" clId="{5AEB2719-95A5-4ED2-9E0E-ED462BB10526}" dt="2026-03-13T15:15:01.560" v="4958" actId="478"/>
          <ac:picMkLst>
            <pc:docMk/>
            <pc:sldMk cId="2005456116" sldId="257"/>
            <ac:picMk id="1071" creationId="{FEABA2EA-EFA6-54BC-2013-B77804E53F02}"/>
          </ac:picMkLst>
        </pc:picChg>
        <pc:picChg chg="add del mod">
          <ac:chgData name="Read, Zoe" userId="b08cd0fd-26d2-470b-8ec0-c6e6cb2a79bd" providerId="ADAL" clId="{5AEB2719-95A5-4ED2-9E0E-ED462BB10526}" dt="2026-03-13T15:15:41.221" v="4963" actId="478"/>
          <ac:picMkLst>
            <pc:docMk/>
            <pc:sldMk cId="2005456116" sldId="257"/>
            <ac:picMk id="1073" creationId="{5466ADED-34D8-BA58-93D9-9F5AE1DBBC21}"/>
          </ac:picMkLst>
        </pc:picChg>
        <pc:picChg chg="add del mod">
          <ac:chgData name="Read, Zoe" userId="b08cd0fd-26d2-470b-8ec0-c6e6cb2a79bd" providerId="ADAL" clId="{5AEB2719-95A5-4ED2-9E0E-ED462BB10526}" dt="2026-03-13T15:16:18.449" v="4968" actId="478"/>
          <ac:picMkLst>
            <pc:docMk/>
            <pc:sldMk cId="2005456116" sldId="257"/>
            <ac:picMk id="1075" creationId="{AAEC5A0E-A8A7-5F3D-FF7E-D5A1310DC25F}"/>
          </ac:picMkLst>
        </pc:picChg>
        <pc:picChg chg="add del mod">
          <ac:chgData name="Read, Zoe" userId="b08cd0fd-26d2-470b-8ec0-c6e6cb2a79bd" providerId="ADAL" clId="{5AEB2719-95A5-4ED2-9E0E-ED462BB10526}" dt="2026-03-13T15:16:58.206" v="4975" actId="478"/>
          <ac:picMkLst>
            <pc:docMk/>
            <pc:sldMk cId="2005456116" sldId="257"/>
            <ac:picMk id="1077" creationId="{FFBEF150-4996-ACCF-2FF8-42C26451A7FE}"/>
          </ac:picMkLst>
        </pc:picChg>
        <pc:picChg chg="add del mod ord">
          <ac:chgData name="Read, Zoe" userId="b08cd0fd-26d2-470b-8ec0-c6e6cb2a79bd" providerId="ADAL" clId="{5AEB2719-95A5-4ED2-9E0E-ED462BB10526}" dt="2026-03-13T15:20:09.550" v="4992" actId="478"/>
          <ac:picMkLst>
            <pc:docMk/>
            <pc:sldMk cId="2005456116" sldId="257"/>
            <ac:picMk id="1079" creationId="{E89868C9-5DDE-C444-4252-B8FA393EF2CE}"/>
          </ac:picMkLst>
        </pc:picChg>
        <pc:picChg chg="add mod ord">
          <ac:chgData name="Read, Zoe" userId="b08cd0fd-26d2-470b-8ec0-c6e6cb2a79bd" providerId="ADAL" clId="{5AEB2719-95A5-4ED2-9E0E-ED462BB10526}" dt="2026-03-13T15:23:17.079" v="5036" actId="1076"/>
          <ac:picMkLst>
            <pc:docMk/>
            <pc:sldMk cId="2005456116" sldId="257"/>
            <ac:picMk id="1081" creationId="{E751C4E4-E854-FE7E-1EF9-268DA1A23024}"/>
          </ac:picMkLst>
        </pc:picChg>
        <pc:picChg chg="add del mod">
          <ac:chgData name="Read, Zoe" userId="b08cd0fd-26d2-470b-8ec0-c6e6cb2a79bd" providerId="ADAL" clId="{5AEB2719-95A5-4ED2-9E0E-ED462BB10526}" dt="2026-03-13T15:22:37.877" v="5027" actId="478"/>
          <ac:picMkLst>
            <pc:docMk/>
            <pc:sldMk cId="2005456116" sldId="257"/>
            <ac:picMk id="1083" creationId="{79DA7F69-4E83-B1E5-DFEA-930123DA7F46}"/>
          </ac:picMkLst>
        </pc:picChg>
        <pc:picChg chg="add mod">
          <ac:chgData name="Read, Zoe" userId="b08cd0fd-26d2-470b-8ec0-c6e6cb2a79bd" providerId="ADAL" clId="{5AEB2719-95A5-4ED2-9E0E-ED462BB10526}" dt="2026-03-13T15:23:32.914" v="5041" actId="1076"/>
          <ac:picMkLst>
            <pc:docMk/>
            <pc:sldMk cId="2005456116" sldId="257"/>
            <ac:picMk id="1085" creationId="{9E2D53CD-2078-3011-EB8F-F1979C9B3B22}"/>
          </ac:picMkLst>
        </pc:picChg>
        <pc:picChg chg="add del mod">
          <ac:chgData name="Read, Zoe" userId="b08cd0fd-26d2-470b-8ec0-c6e6cb2a79bd" providerId="ADAL" clId="{5AEB2719-95A5-4ED2-9E0E-ED462BB10526}" dt="2026-03-13T15:27:09.698" v="5050" actId="478"/>
          <ac:picMkLst>
            <pc:docMk/>
            <pc:sldMk cId="2005456116" sldId="257"/>
            <ac:picMk id="1088" creationId="{6780A67C-EA16-F57D-656A-1D4EE2D0B56B}"/>
          </ac:picMkLst>
        </pc:picChg>
        <pc:picChg chg="add del mod">
          <ac:chgData name="Read, Zoe" userId="b08cd0fd-26d2-470b-8ec0-c6e6cb2a79bd" providerId="ADAL" clId="{5AEB2719-95A5-4ED2-9E0E-ED462BB10526}" dt="2026-03-13T15:27:37.034" v="5056" actId="478"/>
          <ac:picMkLst>
            <pc:docMk/>
            <pc:sldMk cId="2005456116" sldId="257"/>
            <ac:picMk id="1090" creationId="{22F59BC5-2C35-DDF1-6E10-AC204BAEB7DC}"/>
          </ac:picMkLst>
        </pc:picChg>
        <pc:picChg chg="add del mod">
          <ac:chgData name="Read, Zoe" userId="b08cd0fd-26d2-470b-8ec0-c6e6cb2a79bd" providerId="ADAL" clId="{5AEB2719-95A5-4ED2-9E0E-ED462BB10526}" dt="2026-03-13T15:28:10.572" v="5061" actId="478"/>
          <ac:picMkLst>
            <pc:docMk/>
            <pc:sldMk cId="2005456116" sldId="257"/>
            <ac:picMk id="1092" creationId="{B289EE1B-058F-1CF1-4DE6-B6EEE7938A9B}"/>
          </ac:picMkLst>
        </pc:picChg>
        <pc:picChg chg="add del mod">
          <ac:chgData name="Read, Zoe" userId="b08cd0fd-26d2-470b-8ec0-c6e6cb2a79bd" providerId="ADAL" clId="{5AEB2719-95A5-4ED2-9E0E-ED462BB10526}" dt="2026-03-13T15:29:43.633" v="5069" actId="478"/>
          <ac:picMkLst>
            <pc:docMk/>
            <pc:sldMk cId="2005456116" sldId="257"/>
            <ac:picMk id="1094" creationId="{F50E4DC2-8AE0-9280-8B55-572851BC47EC}"/>
          </ac:picMkLst>
        </pc:picChg>
        <pc:picChg chg="add del mod">
          <ac:chgData name="Read, Zoe" userId="b08cd0fd-26d2-470b-8ec0-c6e6cb2a79bd" providerId="ADAL" clId="{5AEB2719-95A5-4ED2-9E0E-ED462BB10526}" dt="2026-03-13T15:30:15.570" v="5071" actId="478"/>
          <ac:picMkLst>
            <pc:docMk/>
            <pc:sldMk cId="2005456116" sldId="257"/>
            <ac:picMk id="1096" creationId="{19A9F59A-6905-0461-921F-53D44D6FE9B4}"/>
          </ac:picMkLst>
        </pc:picChg>
        <pc:picChg chg="add del mod">
          <ac:chgData name="Read, Zoe" userId="b08cd0fd-26d2-470b-8ec0-c6e6cb2a79bd" providerId="ADAL" clId="{5AEB2719-95A5-4ED2-9E0E-ED462BB10526}" dt="2026-03-13T15:31:42.114" v="5079" actId="478"/>
          <ac:picMkLst>
            <pc:docMk/>
            <pc:sldMk cId="2005456116" sldId="257"/>
            <ac:picMk id="1098" creationId="{371F0427-7C9D-A089-1550-355CC41A1B47}"/>
          </ac:picMkLst>
        </pc:picChg>
        <pc:picChg chg="add del mod">
          <ac:chgData name="Read, Zoe" userId="b08cd0fd-26d2-470b-8ec0-c6e6cb2a79bd" providerId="ADAL" clId="{5AEB2719-95A5-4ED2-9E0E-ED462BB10526}" dt="2026-03-13T15:54:01.795" v="5096" actId="478"/>
          <ac:picMkLst>
            <pc:docMk/>
            <pc:sldMk cId="2005456116" sldId="257"/>
            <ac:picMk id="1100" creationId="{A43F5C94-F21D-A325-C5D6-3A47C4C3B61F}"/>
          </ac:picMkLst>
        </pc:picChg>
        <pc:picChg chg="add del mod">
          <ac:chgData name="Read, Zoe" userId="b08cd0fd-26d2-470b-8ec0-c6e6cb2a79bd" providerId="ADAL" clId="{5AEB2719-95A5-4ED2-9E0E-ED462BB10526}" dt="2026-03-13T15:57:59.527" v="5369" actId="478"/>
          <ac:picMkLst>
            <pc:docMk/>
            <pc:sldMk cId="2005456116" sldId="257"/>
            <ac:picMk id="1102" creationId="{409410D1-8C61-C5F2-2ED0-8AE9EB772068}"/>
          </ac:picMkLst>
        </pc:picChg>
        <pc:picChg chg="add del mod">
          <ac:chgData name="Read, Zoe" userId="b08cd0fd-26d2-470b-8ec0-c6e6cb2a79bd" providerId="ADAL" clId="{5AEB2719-95A5-4ED2-9E0E-ED462BB10526}" dt="2026-03-13T18:28:42.166" v="5951" actId="478"/>
          <ac:picMkLst>
            <pc:docMk/>
            <pc:sldMk cId="2005456116" sldId="257"/>
            <ac:picMk id="1104" creationId="{BB487FD2-0D02-18A0-8E65-73832FF97000}"/>
          </ac:picMkLst>
        </pc:picChg>
        <pc:picChg chg="add del mod">
          <ac:chgData name="Read, Zoe" userId="b08cd0fd-26d2-470b-8ec0-c6e6cb2a79bd" providerId="ADAL" clId="{5AEB2719-95A5-4ED2-9E0E-ED462BB10526}" dt="2026-03-13T18:29:11.510" v="5953" actId="478"/>
          <ac:picMkLst>
            <pc:docMk/>
            <pc:sldMk cId="2005456116" sldId="257"/>
            <ac:picMk id="1108" creationId="{C1693025-7B3E-924A-5F00-7BE2F534CE94}"/>
          </ac:picMkLst>
        </pc:picChg>
        <pc:picChg chg="add del mod ord">
          <ac:chgData name="Read, Zoe" userId="b08cd0fd-26d2-470b-8ec0-c6e6cb2a79bd" providerId="ADAL" clId="{5AEB2719-95A5-4ED2-9E0E-ED462BB10526}" dt="2026-03-13T18:44:39.141" v="6006" actId="478"/>
          <ac:picMkLst>
            <pc:docMk/>
            <pc:sldMk cId="2005456116" sldId="257"/>
            <ac:picMk id="1110" creationId="{B4368826-C15A-60ED-182C-BDDCB7AE0450}"/>
          </ac:picMkLst>
        </pc:picChg>
        <pc:picChg chg="add del mod">
          <ac:chgData name="Read, Zoe" userId="b08cd0fd-26d2-470b-8ec0-c6e6cb2a79bd" providerId="ADAL" clId="{5AEB2719-95A5-4ED2-9E0E-ED462BB10526}" dt="2026-03-13T18:30:19.459" v="5961" actId="478"/>
          <ac:picMkLst>
            <pc:docMk/>
            <pc:sldMk cId="2005456116" sldId="257"/>
            <ac:picMk id="1112" creationId="{1D61C42D-3DE8-6030-77E4-BEF2648FC623}"/>
          </ac:picMkLst>
        </pc:picChg>
        <pc:picChg chg="add del mod">
          <ac:chgData name="Read, Zoe" userId="b08cd0fd-26d2-470b-8ec0-c6e6cb2a79bd" providerId="ADAL" clId="{5AEB2719-95A5-4ED2-9E0E-ED462BB10526}" dt="2026-03-13T18:31:22.981" v="5964" actId="478"/>
          <ac:picMkLst>
            <pc:docMk/>
            <pc:sldMk cId="2005456116" sldId="257"/>
            <ac:picMk id="1114" creationId="{EFC001B8-BD61-1505-17D5-BA752A5B2FBC}"/>
          </ac:picMkLst>
        </pc:picChg>
        <pc:picChg chg="add del mod">
          <ac:chgData name="Read, Zoe" userId="b08cd0fd-26d2-470b-8ec0-c6e6cb2a79bd" providerId="ADAL" clId="{5AEB2719-95A5-4ED2-9E0E-ED462BB10526}" dt="2026-03-13T18:31:58.499" v="5967" actId="478"/>
          <ac:picMkLst>
            <pc:docMk/>
            <pc:sldMk cId="2005456116" sldId="257"/>
            <ac:picMk id="1116" creationId="{65AF378F-5CD2-D33D-63DD-3174D0B4ABE3}"/>
          </ac:picMkLst>
        </pc:picChg>
        <pc:picChg chg="add del mod">
          <ac:chgData name="Read, Zoe" userId="b08cd0fd-26d2-470b-8ec0-c6e6cb2a79bd" providerId="ADAL" clId="{5AEB2719-95A5-4ED2-9E0E-ED462BB10526}" dt="2026-03-13T18:32:48.323" v="5972" actId="478"/>
          <ac:picMkLst>
            <pc:docMk/>
            <pc:sldMk cId="2005456116" sldId="257"/>
            <ac:picMk id="1118" creationId="{FD3EE651-DB72-0E6C-A520-B8763C8AD8B2}"/>
          </ac:picMkLst>
        </pc:picChg>
        <pc:picChg chg="add del mod modCrop">
          <ac:chgData name="Read, Zoe" userId="b08cd0fd-26d2-470b-8ec0-c6e6cb2a79bd" providerId="ADAL" clId="{5AEB2719-95A5-4ED2-9E0E-ED462BB10526}" dt="2026-03-13T18:44:27.949" v="6001" actId="478"/>
          <ac:picMkLst>
            <pc:docMk/>
            <pc:sldMk cId="2005456116" sldId="257"/>
            <ac:picMk id="1119" creationId="{6B0255B7-3633-4468-0D88-5578BD3FA01B}"/>
          </ac:picMkLst>
        </pc:picChg>
        <pc:picChg chg="add del mod">
          <ac:chgData name="Read, Zoe" userId="b08cd0fd-26d2-470b-8ec0-c6e6cb2a79bd" providerId="ADAL" clId="{5AEB2719-95A5-4ED2-9E0E-ED462BB10526}" dt="2026-03-13T18:47:33.690" v="6018" actId="478"/>
          <ac:picMkLst>
            <pc:docMk/>
            <pc:sldMk cId="2005456116" sldId="257"/>
            <ac:picMk id="1123" creationId="{CE88C600-3733-61AF-6D89-0D2360023238}"/>
          </ac:picMkLst>
        </pc:picChg>
        <pc:picChg chg="add del mod">
          <ac:chgData name="Read, Zoe" userId="b08cd0fd-26d2-470b-8ec0-c6e6cb2a79bd" providerId="ADAL" clId="{5AEB2719-95A5-4ED2-9E0E-ED462BB10526}" dt="2026-03-13T18:47:31.828" v="6017" actId="478"/>
          <ac:picMkLst>
            <pc:docMk/>
            <pc:sldMk cId="2005456116" sldId="257"/>
            <ac:picMk id="1125" creationId="{0FCE25EE-4310-CAAC-66A8-C2FEE8321D3F}"/>
          </ac:picMkLst>
        </pc:picChg>
        <pc:picChg chg="add del mod">
          <ac:chgData name="Read, Zoe" userId="b08cd0fd-26d2-470b-8ec0-c6e6cb2a79bd" providerId="ADAL" clId="{5AEB2719-95A5-4ED2-9E0E-ED462BB10526}" dt="2026-03-13T18:50:50.707" v="6029" actId="478"/>
          <ac:picMkLst>
            <pc:docMk/>
            <pc:sldMk cId="2005456116" sldId="257"/>
            <ac:picMk id="1127" creationId="{A6BAE1D5-13FF-E627-6DEA-53877405D740}"/>
          </ac:picMkLst>
        </pc:picChg>
        <pc:picChg chg="add del mod">
          <ac:chgData name="Read, Zoe" userId="b08cd0fd-26d2-470b-8ec0-c6e6cb2a79bd" providerId="ADAL" clId="{5AEB2719-95A5-4ED2-9E0E-ED462BB10526}" dt="2026-03-13T18:50:42.061" v="6025" actId="478"/>
          <ac:picMkLst>
            <pc:docMk/>
            <pc:sldMk cId="2005456116" sldId="257"/>
            <ac:picMk id="1129" creationId="{8ED4C85E-9940-B3B4-D13C-C579770212D7}"/>
          </ac:picMkLst>
        </pc:picChg>
        <pc:picChg chg="add del mod">
          <ac:chgData name="Read, Zoe" userId="b08cd0fd-26d2-470b-8ec0-c6e6cb2a79bd" providerId="ADAL" clId="{5AEB2719-95A5-4ED2-9E0E-ED462BB10526}" dt="2026-03-13T18:51:33.492" v="6033" actId="478"/>
          <ac:picMkLst>
            <pc:docMk/>
            <pc:sldMk cId="2005456116" sldId="257"/>
            <ac:picMk id="1131" creationId="{AD16F9B4-9CB9-F089-774F-0B07610A46B6}"/>
          </ac:picMkLst>
        </pc:picChg>
        <pc:picChg chg="add del mod">
          <ac:chgData name="Read, Zoe" userId="b08cd0fd-26d2-470b-8ec0-c6e6cb2a79bd" providerId="ADAL" clId="{5AEB2719-95A5-4ED2-9E0E-ED462BB10526}" dt="2026-03-13T18:54:09.040" v="6041" actId="478"/>
          <ac:picMkLst>
            <pc:docMk/>
            <pc:sldMk cId="2005456116" sldId="257"/>
            <ac:picMk id="1133" creationId="{B3130CC2-25A3-ED65-64F7-35DA082315FF}"/>
          </ac:picMkLst>
        </pc:picChg>
        <pc:picChg chg="add del mod ord">
          <ac:chgData name="Read, Zoe" userId="b08cd0fd-26d2-470b-8ec0-c6e6cb2a79bd" providerId="ADAL" clId="{5AEB2719-95A5-4ED2-9E0E-ED462BB10526}" dt="2026-03-13T19:59:07.956" v="6396" actId="478"/>
          <ac:picMkLst>
            <pc:docMk/>
            <pc:sldMk cId="2005456116" sldId="257"/>
            <ac:picMk id="1135" creationId="{3E27048A-DB49-B226-206B-F20819C4D439}"/>
          </ac:picMkLst>
        </pc:picChg>
        <pc:picChg chg="add del mod">
          <ac:chgData name="Read, Zoe" userId="b08cd0fd-26d2-470b-8ec0-c6e6cb2a79bd" providerId="ADAL" clId="{5AEB2719-95A5-4ED2-9E0E-ED462BB10526}" dt="2026-03-13T19:02:38.664" v="6049" actId="478"/>
          <ac:picMkLst>
            <pc:docMk/>
            <pc:sldMk cId="2005456116" sldId="257"/>
            <ac:picMk id="1137" creationId="{7DD4138F-3BA3-84BC-A0E4-C1F9CB95CCF7}"/>
          </ac:picMkLst>
        </pc:picChg>
        <pc:picChg chg="add del mod">
          <ac:chgData name="Read, Zoe" userId="b08cd0fd-26d2-470b-8ec0-c6e6cb2a79bd" providerId="ADAL" clId="{5AEB2719-95A5-4ED2-9E0E-ED462BB10526}" dt="2026-03-13T19:08:54.435" v="6056" actId="478"/>
          <ac:picMkLst>
            <pc:docMk/>
            <pc:sldMk cId="2005456116" sldId="257"/>
            <ac:picMk id="1139" creationId="{57D43B10-EF66-AE54-8719-FCB4C9F2A313}"/>
          </ac:picMkLst>
        </pc:picChg>
        <pc:picChg chg="add del mod">
          <ac:chgData name="Read, Zoe" userId="b08cd0fd-26d2-470b-8ec0-c6e6cb2a79bd" providerId="ADAL" clId="{5AEB2719-95A5-4ED2-9E0E-ED462BB10526}" dt="2026-03-13T19:18:55.396" v="6058" actId="478"/>
          <ac:picMkLst>
            <pc:docMk/>
            <pc:sldMk cId="2005456116" sldId="257"/>
            <ac:picMk id="1141" creationId="{9DDFB753-78A2-CB94-8E7A-789D9194846D}"/>
          </ac:picMkLst>
        </pc:picChg>
        <pc:picChg chg="add del mod">
          <ac:chgData name="Read, Zoe" userId="b08cd0fd-26d2-470b-8ec0-c6e6cb2a79bd" providerId="ADAL" clId="{5AEB2719-95A5-4ED2-9E0E-ED462BB10526}" dt="2026-03-13T19:19:13.900" v="6063" actId="478"/>
          <ac:picMkLst>
            <pc:docMk/>
            <pc:sldMk cId="2005456116" sldId="257"/>
            <ac:picMk id="1143" creationId="{741B156B-9832-91C1-0098-489BAF823450}"/>
          </ac:picMkLst>
        </pc:picChg>
        <pc:picChg chg="add del mod">
          <ac:chgData name="Read, Zoe" userId="b08cd0fd-26d2-470b-8ec0-c6e6cb2a79bd" providerId="ADAL" clId="{5AEB2719-95A5-4ED2-9E0E-ED462BB10526}" dt="2026-03-13T19:19:53.661" v="6068" actId="478"/>
          <ac:picMkLst>
            <pc:docMk/>
            <pc:sldMk cId="2005456116" sldId="257"/>
            <ac:picMk id="1145" creationId="{7CCB61CC-B337-A6CA-94D4-6F5ECFDB3A51}"/>
          </ac:picMkLst>
        </pc:picChg>
        <pc:picChg chg="add del mod">
          <ac:chgData name="Read, Zoe" userId="b08cd0fd-26d2-470b-8ec0-c6e6cb2a79bd" providerId="ADAL" clId="{5AEB2719-95A5-4ED2-9E0E-ED462BB10526}" dt="2026-03-13T19:20:41.748" v="6073" actId="478"/>
          <ac:picMkLst>
            <pc:docMk/>
            <pc:sldMk cId="2005456116" sldId="257"/>
            <ac:picMk id="1147" creationId="{7BE27AB1-F5AB-A571-45D7-F25FA0E5EE9E}"/>
          </ac:picMkLst>
        </pc:picChg>
        <pc:picChg chg="add del mod">
          <ac:chgData name="Read, Zoe" userId="b08cd0fd-26d2-470b-8ec0-c6e6cb2a79bd" providerId="ADAL" clId="{5AEB2719-95A5-4ED2-9E0E-ED462BB10526}" dt="2026-03-13T19:21:46.771" v="6081" actId="478"/>
          <ac:picMkLst>
            <pc:docMk/>
            <pc:sldMk cId="2005456116" sldId="257"/>
            <ac:picMk id="1149" creationId="{298943F4-4EB4-071A-5FBC-D17B04303C2C}"/>
          </ac:picMkLst>
        </pc:picChg>
        <pc:picChg chg="add mod ord">
          <ac:chgData name="Read, Zoe" userId="b08cd0fd-26d2-470b-8ec0-c6e6cb2a79bd" providerId="ADAL" clId="{5AEB2719-95A5-4ED2-9E0E-ED462BB10526}" dt="2026-03-13T19:37:32.640" v="6385" actId="1076"/>
          <ac:picMkLst>
            <pc:docMk/>
            <pc:sldMk cId="2005456116" sldId="257"/>
            <ac:picMk id="1151" creationId="{9270BAB1-911D-6871-CCA4-EC0A16BAE319}"/>
          </ac:picMkLst>
        </pc:picChg>
        <pc:picChg chg="add del mod">
          <ac:chgData name="Read, Zoe" userId="b08cd0fd-26d2-470b-8ec0-c6e6cb2a79bd" providerId="ADAL" clId="{5AEB2719-95A5-4ED2-9E0E-ED462BB10526}" dt="2026-03-13T19:59:50.117" v="6403" actId="478"/>
          <ac:picMkLst>
            <pc:docMk/>
            <pc:sldMk cId="2005456116" sldId="257"/>
            <ac:picMk id="1172" creationId="{39EE0B8F-02B0-BFBB-E24F-71F6667F34A8}"/>
          </ac:picMkLst>
        </pc:picChg>
        <pc:picChg chg="add mod">
          <ac:chgData name="Read, Zoe" userId="b08cd0fd-26d2-470b-8ec0-c6e6cb2a79bd" providerId="ADAL" clId="{5AEB2719-95A5-4ED2-9E0E-ED462BB10526}" dt="2026-03-13T20:01:02.508" v="6417" actId="1036"/>
          <ac:picMkLst>
            <pc:docMk/>
            <pc:sldMk cId="2005456116" sldId="257"/>
            <ac:picMk id="1174" creationId="{75BF8206-810D-06F7-F805-252C6EE25DD9}"/>
          </ac:picMkLst>
        </pc:picChg>
        <pc:cxnChg chg="add mod ord">
          <ac:chgData name="Read, Zoe" userId="b08cd0fd-26d2-470b-8ec0-c6e6cb2a79bd" providerId="ADAL" clId="{5AEB2719-95A5-4ED2-9E0E-ED462BB10526}" dt="2026-03-13T15:23:44.503" v="5042" actId="14100"/>
          <ac:cxnSpMkLst>
            <pc:docMk/>
            <pc:sldMk cId="2005456116" sldId="257"/>
            <ac:cxnSpMk id="21" creationId="{4DACE8AF-5A3B-350F-CBBD-990A9C27B8D4}"/>
          </ac:cxnSpMkLst>
        </pc:cxnChg>
        <pc:cxnChg chg="mod">
          <ac:chgData name="Read, Zoe" userId="b08cd0fd-26d2-470b-8ec0-c6e6cb2a79bd" providerId="ADAL" clId="{5AEB2719-95A5-4ED2-9E0E-ED462BB10526}" dt="2026-03-13T15:03:40.670" v="4904" actId="1036"/>
          <ac:cxnSpMkLst>
            <pc:docMk/>
            <pc:sldMk cId="2005456116" sldId="257"/>
            <ac:cxnSpMk id="1031" creationId="{00BF45BC-03E3-27BE-C768-387C6B2C806C}"/>
          </ac:cxnSpMkLst>
        </pc:cxnChg>
        <pc:cxnChg chg="add mod ord">
          <ac:chgData name="Read, Zoe" userId="b08cd0fd-26d2-470b-8ec0-c6e6cb2a79bd" providerId="ADAL" clId="{5AEB2719-95A5-4ED2-9E0E-ED462BB10526}" dt="2026-03-13T20:01:30.523" v="6420" actId="1036"/>
          <ac:cxnSpMkLst>
            <pc:docMk/>
            <pc:sldMk cId="2005456116" sldId="257"/>
            <ac:cxnSpMk id="1032" creationId="{15AF56DC-5EE6-BFA8-237F-07B49EFF2D22}"/>
          </ac:cxnSpMkLst>
        </pc:cxnChg>
        <pc:cxnChg chg="mod">
          <ac:chgData name="Read, Zoe" userId="b08cd0fd-26d2-470b-8ec0-c6e6cb2a79bd" providerId="ADAL" clId="{5AEB2719-95A5-4ED2-9E0E-ED462BB10526}" dt="2026-03-13T19:37:13.255" v="6381" actId="1076"/>
          <ac:cxnSpMkLst>
            <pc:docMk/>
            <pc:sldMk cId="2005456116" sldId="257"/>
            <ac:cxnSpMk id="1036" creationId="{A0864A2A-8580-B800-4329-34DD10B52D76}"/>
          </ac:cxnSpMkLst>
        </pc:cxnChg>
        <pc:cxnChg chg="mod">
          <ac:chgData name="Read, Zoe" userId="b08cd0fd-26d2-470b-8ec0-c6e6cb2a79bd" providerId="ADAL" clId="{5AEB2719-95A5-4ED2-9E0E-ED462BB10526}" dt="2026-03-13T15:03:37.399" v="4902" actId="1036"/>
          <ac:cxnSpMkLst>
            <pc:docMk/>
            <pc:sldMk cId="2005456116" sldId="257"/>
            <ac:cxnSpMk id="1039" creationId="{209C8AEE-D29E-C2A9-B7F5-38C8AE3FDCAC}"/>
          </ac:cxnSpMkLst>
        </pc:cxnChg>
        <pc:cxnChg chg="mod">
          <ac:chgData name="Read, Zoe" userId="b08cd0fd-26d2-470b-8ec0-c6e6cb2a79bd" providerId="ADAL" clId="{5AEB2719-95A5-4ED2-9E0E-ED462BB10526}" dt="2026-03-13T15:50:34.459" v="5094" actId="1035"/>
          <ac:cxnSpMkLst>
            <pc:docMk/>
            <pc:sldMk cId="2005456116" sldId="257"/>
            <ac:cxnSpMk id="1044" creationId="{8463A8F4-CE87-F09A-8258-6D6979B36D80}"/>
          </ac:cxnSpMkLst>
        </pc:cxnChg>
        <pc:cxnChg chg="add del mod ord">
          <ac:chgData name="Read, Zoe" userId="b08cd0fd-26d2-470b-8ec0-c6e6cb2a79bd" providerId="ADAL" clId="{5AEB2719-95A5-4ED2-9E0E-ED462BB10526}" dt="2026-03-13T14:43:58.200" v="4435" actId="478"/>
          <ac:cxnSpMkLst>
            <pc:docMk/>
            <pc:sldMk cId="2005456116" sldId="257"/>
            <ac:cxnSpMk id="1045" creationId="{BB33F361-7DB9-04C2-C03A-778C0DF80E8F}"/>
          </ac:cxnSpMkLst>
        </pc:cxnChg>
        <pc:cxnChg chg="add del mod">
          <ac:chgData name="Read, Zoe" userId="b08cd0fd-26d2-470b-8ec0-c6e6cb2a79bd" providerId="ADAL" clId="{5AEB2719-95A5-4ED2-9E0E-ED462BB10526}" dt="2026-03-13T14:43:58.200" v="4435" actId="478"/>
          <ac:cxnSpMkLst>
            <pc:docMk/>
            <pc:sldMk cId="2005456116" sldId="257"/>
            <ac:cxnSpMk id="1047" creationId="{375CA06C-A251-4ED8-A38F-281C7D414E0B}"/>
          </ac:cxnSpMkLst>
        </pc:cxnChg>
        <pc:cxnChg chg="add del mod ord">
          <ac:chgData name="Read, Zoe" userId="b08cd0fd-26d2-470b-8ec0-c6e6cb2a79bd" providerId="ADAL" clId="{5AEB2719-95A5-4ED2-9E0E-ED462BB10526}" dt="2026-03-13T14:43:58.200" v="4435" actId="478"/>
          <ac:cxnSpMkLst>
            <pc:docMk/>
            <pc:sldMk cId="2005456116" sldId="257"/>
            <ac:cxnSpMk id="1050" creationId="{D3DAFDEE-D9E5-1D68-8EB9-E51F04AB1645}"/>
          </ac:cxnSpMkLst>
        </pc:cxnChg>
        <pc:cxnChg chg="add del mod ord">
          <ac:chgData name="Read, Zoe" userId="b08cd0fd-26d2-470b-8ec0-c6e6cb2a79bd" providerId="ADAL" clId="{5AEB2719-95A5-4ED2-9E0E-ED462BB10526}" dt="2026-03-13T14:43:58.200" v="4435" actId="478"/>
          <ac:cxnSpMkLst>
            <pc:docMk/>
            <pc:sldMk cId="2005456116" sldId="257"/>
            <ac:cxnSpMk id="1051" creationId="{F2AFA6AA-F2FA-7B6D-89B6-C18FBAE3FB74}"/>
          </ac:cxnSpMkLst>
        </pc:cxnChg>
        <pc:cxnChg chg="add del mod ord">
          <ac:chgData name="Read, Zoe" userId="b08cd0fd-26d2-470b-8ec0-c6e6cb2a79bd" providerId="ADAL" clId="{5AEB2719-95A5-4ED2-9E0E-ED462BB10526}" dt="2026-03-13T14:43:58.200" v="4435" actId="478"/>
          <ac:cxnSpMkLst>
            <pc:docMk/>
            <pc:sldMk cId="2005456116" sldId="257"/>
            <ac:cxnSpMk id="1052" creationId="{9F2A7656-0EEE-7013-0DB8-ADC5FDA2A8B2}"/>
          </ac:cxnSpMkLst>
        </pc:cxnChg>
        <pc:cxnChg chg="add del mod ord">
          <ac:chgData name="Read, Zoe" userId="b08cd0fd-26d2-470b-8ec0-c6e6cb2a79bd" providerId="ADAL" clId="{5AEB2719-95A5-4ED2-9E0E-ED462BB10526}" dt="2026-03-13T14:43:58.200" v="4435" actId="478"/>
          <ac:cxnSpMkLst>
            <pc:docMk/>
            <pc:sldMk cId="2005456116" sldId="257"/>
            <ac:cxnSpMk id="1053" creationId="{45B61E4A-833A-BA3F-9B21-F25237F7E669}"/>
          </ac:cxnSpMkLst>
        </pc:cxnChg>
        <pc:cxnChg chg="add mod ord">
          <ac:chgData name="Read, Zoe" userId="b08cd0fd-26d2-470b-8ec0-c6e6cb2a79bd" providerId="ADAL" clId="{5AEB2719-95A5-4ED2-9E0E-ED462BB10526}" dt="2026-03-12T20:12:17.256" v="3359" actId="167"/>
          <ac:cxnSpMkLst>
            <pc:docMk/>
            <pc:sldMk cId="2005456116" sldId="257"/>
            <ac:cxnSpMk id="1054" creationId="{B4545213-9D78-5A7D-F0ED-7247C7E86F0A}"/>
          </ac:cxnSpMkLst>
        </pc:cxnChg>
        <pc:cxnChg chg="add del mod ord">
          <ac:chgData name="Read, Zoe" userId="b08cd0fd-26d2-470b-8ec0-c6e6cb2a79bd" providerId="ADAL" clId="{5AEB2719-95A5-4ED2-9E0E-ED462BB10526}" dt="2026-03-13T14:43:58.200" v="4435" actId="478"/>
          <ac:cxnSpMkLst>
            <pc:docMk/>
            <pc:sldMk cId="2005456116" sldId="257"/>
            <ac:cxnSpMk id="1055" creationId="{EAF13472-2A54-A942-9989-189633D8FC45}"/>
          </ac:cxnSpMkLst>
        </pc:cxnChg>
        <pc:cxnChg chg="add del mod">
          <ac:chgData name="Read, Zoe" userId="b08cd0fd-26d2-470b-8ec0-c6e6cb2a79bd" providerId="ADAL" clId="{5AEB2719-95A5-4ED2-9E0E-ED462BB10526}" dt="2026-03-13T14:43:58.200" v="4435" actId="478"/>
          <ac:cxnSpMkLst>
            <pc:docMk/>
            <pc:sldMk cId="2005456116" sldId="257"/>
            <ac:cxnSpMk id="1056" creationId="{97023478-EBF1-C0B2-4640-43B6062C44A4}"/>
          </ac:cxnSpMkLst>
        </pc:cxnChg>
        <pc:cxnChg chg="add del mod">
          <ac:chgData name="Read, Zoe" userId="b08cd0fd-26d2-470b-8ec0-c6e6cb2a79bd" providerId="ADAL" clId="{5AEB2719-95A5-4ED2-9E0E-ED462BB10526}" dt="2026-03-13T14:43:58.200" v="4435" actId="478"/>
          <ac:cxnSpMkLst>
            <pc:docMk/>
            <pc:sldMk cId="2005456116" sldId="257"/>
            <ac:cxnSpMk id="1057" creationId="{EABAA8CD-3573-D737-5C52-07AF46DD77DB}"/>
          </ac:cxnSpMkLst>
        </pc:cxnChg>
        <pc:cxnChg chg="add del mod">
          <ac:chgData name="Read, Zoe" userId="b08cd0fd-26d2-470b-8ec0-c6e6cb2a79bd" providerId="ADAL" clId="{5AEB2719-95A5-4ED2-9E0E-ED462BB10526}" dt="2026-03-13T14:43:58.200" v="4435" actId="478"/>
          <ac:cxnSpMkLst>
            <pc:docMk/>
            <pc:sldMk cId="2005456116" sldId="257"/>
            <ac:cxnSpMk id="1058" creationId="{60C150C5-AE9C-3C24-36BA-5DE7D6481E18}"/>
          </ac:cxnSpMkLst>
        </pc:cxnChg>
        <pc:cxnChg chg="add mod">
          <ac:chgData name="Read, Zoe" userId="b08cd0fd-26d2-470b-8ec0-c6e6cb2a79bd" providerId="ADAL" clId="{5AEB2719-95A5-4ED2-9E0E-ED462BB10526}" dt="2026-03-13T19:37:32.640" v="6385" actId="1076"/>
          <ac:cxnSpMkLst>
            <pc:docMk/>
            <pc:sldMk cId="2005456116" sldId="257"/>
            <ac:cxnSpMk id="1153" creationId="{97023737-8601-FC9D-4EB3-9D4BDD82A70B}"/>
          </ac:cxnSpMkLst>
        </pc:cxnChg>
        <pc:cxnChg chg="add mod">
          <ac:chgData name="Read, Zoe" userId="b08cd0fd-26d2-470b-8ec0-c6e6cb2a79bd" providerId="ADAL" clId="{5AEB2719-95A5-4ED2-9E0E-ED462BB10526}" dt="2026-03-13T19:37:32.640" v="6385" actId="1076"/>
          <ac:cxnSpMkLst>
            <pc:docMk/>
            <pc:sldMk cId="2005456116" sldId="257"/>
            <ac:cxnSpMk id="1155" creationId="{D22E7658-25E7-875B-2A7C-98181F760FCC}"/>
          </ac:cxnSpMkLst>
        </pc:cxnChg>
        <pc:cxnChg chg="add mod">
          <ac:chgData name="Read, Zoe" userId="b08cd0fd-26d2-470b-8ec0-c6e6cb2a79bd" providerId="ADAL" clId="{5AEB2719-95A5-4ED2-9E0E-ED462BB10526}" dt="2026-03-13T19:37:32.640" v="6385" actId="1076"/>
          <ac:cxnSpMkLst>
            <pc:docMk/>
            <pc:sldMk cId="2005456116" sldId="257"/>
            <ac:cxnSpMk id="1156" creationId="{71207B30-912B-A3BF-2792-95A75483F7C4}"/>
          </ac:cxnSpMkLst>
        </pc:cxnChg>
        <pc:cxnChg chg="add mod">
          <ac:chgData name="Read, Zoe" userId="b08cd0fd-26d2-470b-8ec0-c6e6cb2a79bd" providerId="ADAL" clId="{5AEB2719-95A5-4ED2-9E0E-ED462BB10526}" dt="2026-03-13T19:37:32.640" v="6385" actId="1076"/>
          <ac:cxnSpMkLst>
            <pc:docMk/>
            <pc:sldMk cId="2005456116" sldId="257"/>
            <ac:cxnSpMk id="1157" creationId="{1B53D83A-DA2A-1A3A-49BA-FD8B43BBF196}"/>
          </ac:cxnSpMkLst>
        </pc:cxnChg>
        <pc:cxnChg chg="add mod">
          <ac:chgData name="Read, Zoe" userId="b08cd0fd-26d2-470b-8ec0-c6e6cb2a79bd" providerId="ADAL" clId="{5AEB2719-95A5-4ED2-9E0E-ED462BB10526}" dt="2026-03-13T19:36:41.872" v="6375" actId="1076"/>
          <ac:cxnSpMkLst>
            <pc:docMk/>
            <pc:sldMk cId="2005456116" sldId="257"/>
            <ac:cxnSpMk id="1158" creationId="{B042B901-F7DC-6CC1-DA5E-40DBCE3E1F44}"/>
          </ac:cxnSpMkLst>
        </pc:cxnChg>
        <pc:cxnChg chg="add mod">
          <ac:chgData name="Read, Zoe" userId="b08cd0fd-26d2-470b-8ec0-c6e6cb2a79bd" providerId="ADAL" clId="{5AEB2719-95A5-4ED2-9E0E-ED462BB10526}" dt="2026-03-13T19:37:32.640" v="6385" actId="1076"/>
          <ac:cxnSpMkLst>
            <pc:docMk/>
            <pc:sldMk cId="2005456116" sldId="257"/>
            <ac:cxnSpMk id="1159" creationId="{98CCA81A-4AA7-779E-32DB-8D5DD3A28ADA}"/>
          </ac:cxnSpMkLst>
        </pc:cxnChg>
        <pc:cxnChg chg="add mod">
          <ac:chgData name="Read, Zoe" userId="b08cd0fd-26d2-470b-8ec0-c6e6cb2a79bd" providerId="ADAL" clId="{5AEB2719-95A5-4ED2-9E0E-ED462BB10526}" dt="2026-03-13T19:37:32.640" v="6385" actId="1076"/>
          <ac:cxnSpMkLst>
            <pc:docMk/>
            <pc:sldMk cId="2005456116" sldId="257"/>
            <ac:cxnSpMk id="1161" creationId="{540DF6D4-A68C-97EB-C8BB-327264741918}"/>
          </ac:cxnSpMkLst>
        </pc:cxnChg>
        <pc:cxnChg chg="add mod">
          <ac:chgData name="Read, Zoe" userId="b08cd0fd-26d2-470b-8ec0-c6e6cb2a79bd" providerId="ADAL" clId="{5AEB2719-95A5-4ED2-9E0E-ED462BB10526}" dt="2026-03-13T19:37:32.640" v="6385" actId="1076"/>
          <ac:cxnSpMkLst>
            <pc:docMk/>
            <pc:sldMk cId="2005456116" sldId="257"/>
            <ac:cxnSpMk id="1164" creationId="{C1C2D409-31AA-3975-1A82-0B67F72752C7}"/>
          </ac:cxnSpMkLst>
        </pc:cxnChg>
        <pc:cxnChg chg="add mod">
          <ac:chgData name="Read, Zoe" userId="b08cd0fd-26d2-470b-8ec0-c6e6cb2a79bd" providerId="ADAL" clId="{5AEB2719-95A5-4ED2-9E0E-ED462BB10526}" dt="2026-03-13T19:37:32.640" v="6385" actId="1076"/>
          <ac:cxnSpMkLst>
            <pc:docMk/>
            <pc:sldMk cId="2005456116" sldId="257"/>
            <ac:cxnSpMk id="1167" creationId="{C00AC114-218F-BAA8-017C-E4B441A237EC}"/>
          </ac:cxnSpMkLst>
        </pc:cxnChg>
        <pc:cxnChg chg="add mod">
          <ac:chgData name="Read, Zoe" userId="b08cd0fd-26d2-470b-8ec0-c6e6cb2a79bd" providerId="ADAL" clId="{5AEB2719-95A5-4ED2-9E0E-ED462BB10526}" dt="2026-03-13T19:36:41.872" v="6375" actId="1076"/>
          <ac:cxnSpMkLst>
            <pc:docMk/>
            <pc:sldMk cId="2005456116" sldId="257"/>
            <ac:cxnSpMk id="1168" creationId="{BA109AE9-65DD-8A29-4B76-51A52C077778}"/>
          </ac:cxnSpMkLst>
        </pc:cxnChg>
        <pc:cxnChg chg="add mod">
          <ac:chgData name="Read, Zoe" userId="b08cd0fd-26d2-470b-8ec0-c6e6cb2a79bd" providerId="ADAL" clId="{5AEB2719-95A5-4ED2-9E0E-ED462BB10526}" dt="2026-03-13T19:26:15.300" v="6186" actId="1076"/>
          <ac:cxnSpMkLst>
            <pc:docMk/>
            <pc:sldMk cId="2005456116" sldId="257"/>
            <ac:cxnSpMk id="1169" creationId="{BC6DBC99-57E5-A3C2-FA3D-D7BF95FDBC1C}"/>
          </ac:cxnSpMkLst>
        </pc:cxnChg>
      </pc:sldChg>
      <pc:sldChg chg="add del">
        <pc:chgData name="Read, Zoe" userId="b08cd0fd-26d2-470b-8ec0-c6e6cb2a79bd" providerId="ADAL" clId="{5AEB2719-95A5-4ED2-9E0E-ED462BB10526}" dt="2026-03-12T20:18:17.564" v="3533"/>
        <pc:sldMkLst>
          <pc:docMk/>
          <pc:sldMk cId="2004079467" sldId="259"/>
        </pc:sldMkLst>
      </pc:sldChg>
      <pc:sldMasterChg chg="modSldLayout">
        <pc:chgData name="Read, Zoe" userId="b08cd0fd-26d2-470b-8ec0-c6e6cb2a79bd" providerId="ADAL" clId="{5AEB2719-95A5-4ED2-9E0E-ED462BB10526}" dt="2026-03-13T19:31:35.609" v="6192" actId="1076"/>
        <pc:sldMasterMkLst>
          <pc:docMk/>
          <pc:sldMasterMk cId="3968463654" sldId="2147483648"/>
        </pc:sldMasterMkLst>
        <pc:sldLayoutChg chg="modSp mod">
          <pc:chgData name="Read, Zoe" userId="b08cd0fd-26d2-470b-8ec0-c6e6cb2a79bd" providerId="ADAL" clId="{5AEB2719-95A5-4ED2-9E0E-ED462BB10526}" dt="2026-03-13T19:31:35.609" v="6192" actId="1076"/>
          <pc:sldLayoutMkLst>
            <pc:docMk/>
            <pc:sldMasterMk cId="3968463654" sldId="2147483648"/>
            <pc:sldLayoutMk cId="2303059013" sldId="2147483649"/>
          </pc:sldLayoutMkLst>
          <pc:picChg chg="mod">
            <ac:chgData name="Read, Zoe" userId="b08cd0fd-26d2-470b-8ec0-c6e6cb2a79bd" providerId="ADAL" clId="{5AEB2719-95A5-4ED2-9E0E-ED462BB10526}" dt="2026-03-13T19:31:35.609" v="6192" actId="1076"/>
            <ac:picMkLst>
              <pc:docMk/>
              <pc:sldMasterMk cId="3968463654" sldId="2147483648"/>
              <pc:sldLayoutMk cId="2303059013" sldId="2147483649"/>
              <ac:picMk id="5" creationId="{32AE247A-04BD-BE4B-92FB-FB837DE1CD20}"/>
            </ac:picMkLst>
          </pc:picChg>
        </pc:sldLayoutChg>
      </pc:sldMasterChg>
    </pc:docChg>
  </pc:docChgLst>
</pc:chgInfo>
</file>

<file path=ppt/comments/modernComment_101_7788D4F4.xml><?xml version="1.0" encoding="utf-8"?>
<p188:cmLst xmlns:a="http://schemas.openxmlformats.org/drawingml/2006/main" xmlns:r="http://schemas.openxmlformats.org/officeDocument/2006/relationships" xmlns:p188="http://schemas.microsoft.com/office/powerpoint/2018/8/main">
  <p188:cm id="{B8A07343-8EBD-4063-9515-C0EDE7CA19F0}" authorId="{50137B73-C207-1407-898B-797CE70D2312}" created="2026-03-13T14:20:44.092">
    <ac:deMkLst xmlns:ac="http://schemas.microsoft.com/office/drawing/2013/main/command">
      <pc:docMk xmlns:pc="http://schemas.microsoft.com/office/powerpoint/2013/main/command"/>
      <pc:sldMk xmlns:pc="http://schemas.microsoft.com/office/powerpoint/2013/main/command" cId="2005456116" sldId="257"/>
      <ac:picMk id="9" creationId="{09EDF015-AC84-7DA3-BD5A-225267C491D7}"/>
    </ac:deMkLst>
    <p188:txBody>
      <a:bodyPr/>
      <a:lstStyle/>
      <a:p>
        <a:r>
          <a:rPr lang="en-US"/>
          <a:t>Print the anova table into a csv for Steph to look at</a:t>
        </a:r>
      </a:p>
    </p188:txBody>
  </p188:cm>
  <p188:cm id="{F7D370C0-1A77-42D9-8499-1F9C74E5F229}" authorId="{50137B73-C207-1407-898B-797CE70D2312}" created="2026-03-13T16:00:05.398">
    <ac:deMkLst xmlns:ac="http://schemas.microsoft.com/office/drawing/2013/main/command">
      <pc:docMk xmlns:pc="http://schemas.microsoft.com/office/powerpoint/2013/main/command"/>
      <pc:sldMk xmlns:pc="http://schemas.microsoft.com/office/powerpoint/2013/main/command" cId="2005456116" sldId="257"/>
      <ac:picMk id="1104" creationId="{BB487FD2-0D02-18A0-8E65-73832FF97000}"/>
    </ac:deMkLst>
    <p188:txBody>
      <a:bodyPr/>
      <a:lstStyle/>
      <a:p>
        <a:r>
          <a:rPr lang="en-US"/>
          <a:t>I should try to add the values and units to the x-axes of these graphs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407BD97-90D8-3541-9414-B17D17D02539}" type="datetimeFigureOut">
              <a:rPr lang="en-US" smtClean="0"/>
              <a:t>3/13/2026</a:t>
            </a:fld>
            <a:endParaRPr lang="en-US"/>
          </a:p>
        </p:txBody>
      </p:sp>
      <p:sp>
        <p:nvSpPr>
          <p:cNvPr id="4" name="Slide Image Placeholder 3"/>
          <p:cNvSpPr>
            <a:spLocks noGrp="1" noRot="1" noChangeAspect="1"/>
          </p:cNvSpPr>
          <p:nvPr>
            <p:ph type="sldImg" idx="2"/>
          </p:nvPr>
        </p:nvSpPr>
        <p:spPr>
          <a:xfrm>
            <a:off x="1746250" y="685800"/>
            <a:ext cx="33655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C32DB95-ECDB-0847-8712-29974AF33C2B}" type="slidenum">
              <a:rPr lang="en-US" smtClean="0"/>
              <a:t>‹#›</a:t>
            </a:fld>
            <a:endParaRPr lang="en-US"/>
          </a:p>
        </p:txBody>
      </p:sp>
    </p:spTree>
    <p:extLst>
      <p:ext uri="{BB962C8B-B14F-4D97-AF65-F5344CB8AC3E}">
        <p14:creationId xmlns:p14="http://schemas.microsoft.com/office/powerpoint/2010/main" val="1384769031"/>
      </p:ext>
    </p:extLst>
  </p:cSld>
  <p:clrMap bg1="lt1" tx1="dk1" bg2="lt2" tx2="dk2" accent1="accent1" accent2="accent2" accent3="accent3" accent4="accent4" accent5="accent5" accent6="accent6" hlink="hlink" folHlink="folHlink"/>
  <p:notesStyle>
    <a:lvl1pPr marL="0" algn="l" defTabSz="584411" rtl="0" eaLnBrk="1" latinLnBrk="0" hangingPunct="1">
      <a:defRPr sz="1534" kern="1200">
        <a:solidFill>
          <a:schemeClr val="tx1"/>
        </a:solidFill>
        <a:latin typeface="+mn-lt"/>
        <a:ea typeface="+mn-ea"/>
        <a:cs typeface="+mn-cs"/>
      </a:defRPr>
    </a:lvl1pPr>
    <a:lvl2pPr marL="584411" algn="l" defTabSz="584411" rtl="0" eaLnBrk="1" latinLnBrk="0" hangingPunct="1">
      <a:defRPr sz="1534" kern="1200">
        <a:solidFill>
          <a:schemeClr val="tx1"/>
        </a:solidFill>
        <a:latin typeface="+mn-lt"/>
        <a:ea typeface="+mn-ea"/>
        <a:cs typeface="+mn-cs"/>
      </a:defRPr>
    </a:lvl2pPr>
    <a:lvl3pPr marL="1168823" algn="l" defTabSz="584411" rtl="0" eaLnBrk="1" latinLnBrk="0" hangingPunct="1">
      <a:defRPr sz="1534" kern="1200">
        <a:solidFill>
          <a:schemeClr val="tx1"/>
        </a:solidFill>
        <a:latin typeface="+mn-lt"/>
        <a:ea typeface="+mn-ea"/>
        <a:cs typeface="+mn-cs"/>
      </a:defRPr>
    </a:lvl3pPr>
    <a:lvl4pPr marL="1753234" algn="l" defTabSz="584411" rtl="0" eaLnBrk="1" latinLnBrk="0" hangingPunct="1">
      <a:defRPr sz="1534" kern="1200">
        <a:solidFill>
          <a:schemeClr val="tx1"/>
        </a:solidFill>
        <a:latin typeface="+mn-lt"/>
        <a:ea typeface="+mn-ea"/>
        <a:cs typeface="+mn-cs"/>
      </a:defRPr>
    </a:lvl4pPr>
    <a:lvl5pPr marL="2337645" algn="l" defTabSz="584411" rtl="0" eaLnBrk="1" latinLnBrk="0" hangingPunct="1">
      <a:defRPr sz="1534" kern="1200">
        <a:solidFill>
          <a:schemeClr val="tx1"/>
        </a:solidFill>
        <a:latin typeface="+mn-lt"/>
        <a:ea typeface="+mn-ea"/>
        <a:cs typeface="+mn-cs"/>
      </a:defRPr>
    </a:lvl5pPr>
    <a:lvl6pPr marL="2922057" algn="l" defTabSz="584411" rtl="0" eaLnBrk="1" latinLnBrk="0" hangingPunct="1">
      <a:defRPr sz="1534" kern="1200">
        <a:solidFill>
          <a:schemeClr val="tx1"/>
        </a:solidFill>
        <a:latin typeface="+mn-lt"/>
        <a:ea typeface="+mn-ea"/>
        <a:cs typeface="+mn-cs"/>
      </a:defRPr>
    </a:lvl6pPr>
    <a:lvl7pPr marL="3506468" algn="l" defTabSz="584411" rtl="0" eaLnBrk="1" latinLnBrk="0" hangingPunct="1">
      <a:defRPr sz="1534" kern="1200">
        <a:solidFill>
          <a:schemeClr val="tx1"/>
        </a:solidFill>
        <a:latin typeface="+mn-lt"/>
        <a:ea typeface="+mn-ea"/>
        <a:cs typeface="+mn-cs"/>
      </a:defRPr>
    </a:lvl7pPr>
    <a:lvl8pPr marL="4090879" algn="l" defTabSz="584411" rtl="0" eaLnBrk="1" latinLnBrk="0" hangingPunct="1">
      <a:defRPr sz="1534" kern="1200">
        <a:solidFill>
          <a:schemeClr val="tx1"/>
        </a:solidFill>
        <a:latin typeface="+mn-lt"/>
        <a:ea typeface="+mn-ea"/>
        <a:cs typeface="+mn-cs"/>
      </a:defRPr>
    </a:lvl8pPr>
    <a:lvl9pPr marL="4675291" algn="l" defTabSz="584411" rtl="0" eaLnBrk="1" latinLnBrk="0" hangingPunct="1">
      <a:defRPr sz="153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46250" y="685800"/>
            <a:ext cx="3365500" cy="3429000"/>
          </a:xfrm>
        </p:spPr>
      </p:sp>
      <p:sp>
        <p:nvSpPr>
          <p:cNvPr id="3" name="Notes Placeholder 2"/>
          <p:cNvSpPr>
            <a:spLocks noGrp="1"/>
          </p:cNvSpPr>
          <p:nvPr>
            <p:ph type="body" idx="1"/>
          </p:nvPr>
        </p:nvSpPr>
        <p:spPr/>
        <p:txBody>
          <a:bodyPr/>
          <a:lstStyle/>
          <a:p>
            <a:pPr marL="285750" indent="-285750">
              <a:buFontTx/>
              <a:buChar char="-"/>
            </a:pPr>
            <a:r>
              <a:rPr lang="en-US" baseline="0" dirty="0"/>
              <a:t>- If have time, could try adding stacked x-axis with month and year below it </a:t>
            </a:r>
          </a:p>
        </p:txBody>
      </p:sp>
      <p:sp>
        <p:nvSpPr>
          <p:cNvPr id="4" name="Slide Number Placeholder 3"/>
          <p:cNvSpPr>
            <a:spLocks noGrp="1"/>
          </p:cNvSpPr>
          <p:nvPr>
            <p:ph type="sldNum" sz="quarter" idx="10"/>
          </p:nvPr>
        </p:nvSpPr>
        <p:spPr/>
        <p:txBody>
          <a:bodyPr/>
          <a:lstStyle/>
          <a:p>
            <a:fld id="{CC32DB95-ECDB-0847-8712-29974AF33C2B}" type="slidenum">
              <a:rPr lang="en-US" smtClean="0"/>
              <a:t>1</a:t>
            </a:fld>
            <a:endParaRPr lang="en-US"/>
          </a:p>
        </p:txBody>
      </p:sp>
    </p:spTree>
    <p:extLst>
      <p:ext uri="{BB962C8B-B14F-4D97-AF65-F5344CB8AC3E}">
        <p14:creationId xmlns:p14="http://schemas.microsoft.com/office/powerpoint/2010/main" val="34492928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4D0AFE-D266-7149-9388-0CB3CC5C87ED}"/>
              </a:ext>
            </a:extLst>
          </p:cNvPr>
          <p:cNvSpPr/>
          <p:nvPr userDrawn="1"/>
        </p:nvSpPr>
        <p:spPr>
          <a:xfrm>
            <a:off x="0" y="0"/>
            <a:ext cx="34747200" cy="737228"/>
          </a:xfrm>
          <a:prstGeom prst="rect">
            <a:avLst/>
          </a:prstGeom>
          <a:solidFill>
            <a:srgbClr val="41975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36"/>
          </a:p>
        </p:txBody>
      </p:sp>
      <p:sp>
        <p:nvSpPr>
          <p:cNvPr id="4" name="Title Placeholder 4">
            <a:extLst>
              <a:ext uri="{FF2B5EF4-FFF2-40B4-BE49-F238E27FC236}">
                <a16:creationId xmlns:a16="http://schemas.microsoft.com/office/drawing/2014/main" id="{03672AAF-4B6B-9046-B08E-E3EDCC2CB619}"/>
              </a:ext>
            </a:extLst>
          </p:cNvPr>
          <p:cNvSpPr>
            <a:spLocks noGrp="1"/>
          </p:cNvSpPr>
          <p:nvPr>
            <p:ph type="title"/>
          </p:nvPr>
        </p:nvSpPr>
        <p:spPr>
          <a:xfrm>
            <a:off x="1045634" y="1597328"/>
            <a:ext cx="26140833" cy="2580299"/>
          </a:xfrm>
          <a:prstGeom prst="rect">
            <a:avLst/>
          </a:prstGeom>
        </p:spPr>
        <p:txBody>
          <a:bodyPr vert="horz" lIns="0" tIns="0" rIns="0" bIns="0" rtlCol="0" anchor="t">
            <a:normAutofit/>
          </a:bodyPr>
          <a:lstStyle>
            <a:lvl1pPr>
              <a:defRPr lang="en-US" dirty="0">
                <a:solidFill>
                  <a:srgbClr val="419758"/>
                </a:solidFill>
              </a:defRPr>
            </a:lvl1pPr>
          </a:lstStyle>
          <a:p>
            <a:pPr lvl="0"/>
            <a:r>
              <a:rPr lang="en-US" dirty="0"/>
              <a:t>Click to edit Master title style</a:t>
            </a:r>
          </a:p>
        </p:txBody>
      </p:sp>
      <p:sp>
        <p:nvSpPr>
          <p:cNvPr id="7" name="Text Placeholder 6">
            <a:extLst>
              <a:ext uri="{FF2B5EF4-FFF2-40B4-BE49-F238E27FC236}">
                <a16:creationId xmlns:a16="http://schemas.microsoft.com/office/drawing/2014/main" id="{D5658E99-2B7E-A94A-AE07-8B6946534EF5}"/>
              </a:ext>
            </a:extLst>
          </p:cNvPr>
          <p:cNvSpPr>
            <a:spLocks noGrp="1"/>
          </p:cNvSpPr>
          <p:nvPr>
            <p:ph type="body" sz="quarter" idx="10"/>
          </p:nvPr>
        </p:nvSpPr>
        <p:spPr>
          <a:xfrm>
            <a:off x="1045634" y="4300499"/>
            <a:ext cx="26089544" cy="1105843"/>
          </a:xfrm>
          <a:prstGeom prst="rect">
            <a:avLst/>
          </a:prstGeom>
        </p:spPr>
        <p:txBody>
          <a:bodyPr/>
          <a:lstStyle>
            <a:lvl1pPr>
              <a:defRPr lang="en-US" sz="3800" dirty="0"/>
            </a:lvl1pPr>
          </a:lstStyle>
          <a:p>
            <a:pPr lvl="0"/>
            <a:r>
              <a:rPr lang="en-US" dirty="0"/>
              <a:t>Click to edit Master text styles</a:t>
            </a:r>
          </a:p>
        </p:txBody>
      </p:sp>
      <p:sp>
        <p:nvSpPr>
          <p:cNvPr id="13" name="Text Placeholder 9">
            <a:extLst>
              <a:ext uri="{FF2B5EF4-FFF2-40B4-BE49-F238E27FC236}">
                <a16:creationId xmlns:a16="http://schemas.microsoft.com/office/drawing/2014/main" id="{CBC0CC5A-BCC7-7A40-B8AC-3C8CB9773C97}"/>
              </a:ext>
            </a:extLst>
          </p:cNvPr>
          <p:cNvSpPr>
            <a:spLocks noGrp="1"/>
          </p:cNvSpPr>
          <p:nvPr>
            <p:ph type="body" sz="quarter" idx="11"/>
          </p:nvPr>
        </p:nvSpPr>
        <p:spPr>
          <a:xfrm>
            <a:off x="1045633" y="6143570"/>
            <a:ext cx="16026342" cy="6512184"/>
          </a:xfrm>
          <a:prstGeom prst="rect">
            <a:avLst/>
          </a:prstGeom>
        </p:spPr>
        <p:txBody>
          <a:bodyPr/>
          <a:lstStyle>
            <a:lvl1pPr>
              <a:defRPr lang="en-US" sz="2850" dirty="0">
                <a:solidFill>
                  <a:schemeClr val="tx1"/>
                </a:solidFill>
              </a:defRPr>
            </a:lvl1pPr>
          </a:lstStyle>
          <a:p>
            <a:pPr lvl="0"/>
            <a:r>
              <a:rPr lang="en-US" dirty="0"/>
              <a:t>Click to edit Master text styles</a:t>
            </a:r>
          </a:p>
        </p:txBody>
      </p:sp>
      <p:sp>
        <p:nvSpPr>
          <p:cNvPr id="14" name="Picture Placeholder 11">
            <a:extLst>
              <a:ext uri="{FF2B5EF4-FFF2-40B4-BE49-F238E27FC236}">
                <a16:creationId xmlns:a16="http://schemas.microsoft.com/office/drawing/2014/main" id="{631EFDE9-D317-6E45-88B1-57517D7BFEDD}"/>
              </a:ext>
            </a:extLst>
          </p:cNvPr>
          <p:cNvSpPr>
            <a:spLocks noGrp="1"/>
          </p:cNvSpPr>
          <p:nvPr>
            <p:ph type="pic" sz="quarter" idx="12"/>
          </p:nvPr>
        </p:nvSpPr>
        <p:spPr>
          <a:xfrm>
            <a:off x="1045633" y="13024368"/>
            <a:ext cx="10134600" cy="8355255"/>
          </a:xfrm>
          <a:prstGeom prst="rect">
            <a:avLst/>
          </a:prstGeom>
        </p:spPr>
        <p:txBody>
          <a:bodyPr anchor="ctr"/>
          <a:lstStyle>
            <a:lvl1pPr algn="ctr">
              <a:defRPr/>
            </a:lvl1pPr>
          </a:lstStyle>
          <a:p>
            <a:endParaRPr lang="en-US" dirty="0"/>
          </a:p>
        </p:txBody>
      </p:sp>
      <p:sp>
        <p:nvSpPr>
          <p:cNvPr id="8" name="TextBox 7">
            <a:extLst>
              <a:ext uri="{FF2B5EF4-FFF2-40B4-BE49-F238E27FC236}">
                <a16:creationId xmlns:a16="http://schemas.microsoft.com/office/drawing/2014/main" id="{4CE4DD70-5E36-AE41-A65A-4190E3663EBC}"/>
              </a:ext>
            </a:extLst>
          </p:cNvPr>
          <p:cNvSpPr txBox="1"/>
          <p:nvPr userDrawn="1"/>
        </p:nvSpPr>
        <p:spPr>
          <a:xfrm>
            <a:off x="5368925" y="33789635"/>
            <a:ext cx="10677525" cy="1188787"/>
          </a:xfrm>
          <a:prstGeom prst="rect">
            <a:avLst/>
          </a:prstGeom>
          <a:noFill/>
        </p:spPr>
        <p:txBody>
          <a:bodyPr wrap="square" rtlCol="0">
            <a:spAutoFit/>
          </a:bodyPr>
          <a:lstStyle/>
          <a:p>
            <a:r>
              <a:rPr lang="en-US" sz="2375" dirty="0">
                <a:latin typeface="Arial Narrow" panose="020B0604020202020204" pitchFamily="34" charset="0"/>
                <a:cs typeface="Arial Narrow" panose="020B0604020202020204" pitchFamily="34" charset="0"/>
              </a:rPr>
              <a:t>COMPASS is a multi-institutional program led by PNNL and funded by the Earth and Environmental Systems Sciences Division of the U.S. Department of Energy’s Office of Science.</a:t>
            </a:r>
          </a:p>
        </p:txBody>
      </p:sp>
      <p:pic>
        <p:nvPicPr>
          <p:cNvPr id="5" name="Picture 4">
            <a:extLst>
              <a:ext uri="{FF2B5EF4-FFF2-40B4-BE49-F238E27FC236}">
                <a16:creationId xmlns:a16="http://schemas.microsoft.com/office/drawing/2014/main" id="{32AE247A-04BD-BE4B-92FB-FB837DE1CD2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372469" y="1090483"/>
            <a:ext cx="7374731" cy="2349916"/>
          </a:xfrm>
          <a:prstGeom prst="rect">
            <a:avLst/>
          </a:prstGeom>
        </p:spPr>
      </p:pic>
      <p:pic>
        <p:nvPicPr>
          <p:cNvPr id="6" name="Picture 5">
            <a:extLst>
              <a:ext uri="{FF2B5EF4-FFF2-40B4-BE49-F238E27FC236}">
                <a16:creationId xmlns:a16="http://schemas.microsoft.com/office/drawing/2014/main" id="{4B1DE48B-5647-A9EA-1675-F9CED45CC644}"/>
              </a:ext>
            </a:extLst>
          </p:cNvPr>
          <p:cNvPicPr>
            <a:picLocks noChangeAspect="1"/>
          </p:cNvPicPr>
          <p:nvPr userDrawn="1"/>
        </p:nvPicPr>
        <p:blipFill>
          <a:blip r:embed="rId3"/>
          <a:stretch>
            <a:fillRect/>
          </a:stretch>
        </p:blipFill>
        <p:spPr>
          <a:xfrm>
            <a:off x="1367368" y="33513174"/>
            <a:ext cx="3619500" cy="1013689"/>
          </a:xfrm>
          <a:prstGeom prst="rect">
            <a:avLst/>
          </a:prstGeom>
        </p:spPr>
      </p:pic>
      <p:sp>
        <p:nvSpPr>
          <p:cNvPr id="37" name="Text Placeholder 36">
            <a:extLst>
              <a:ext uri="{FF2B5EF4-FFF2-40B4-BE49-F238E27FC236}">
                <a16:creationId xmlns:a16="http://schemas.microsoft.com/office/drawing/2014/main" id="{D323AE28-6C10-A6FB-A7A3-33DB777A47F3}"/>
              </a:ext>
            </a:extLst>
          </p:cNvPr>
          <p:cNvSpPr>
            <a:spLocks noGrp="1"/>
          </p:cNvSpPr>
          <p:nvPr>
            <p:ph type="body" sz="quarter" idx="13"/>
          </p:nvPr>
        </p:nvSpPr>
        <p:spPr>
          <a:xfrm>
            <a:off x="17675226" y="6143570"/>
            <a:ext cx="16038909" cy="6512184"/>
          </a:xfrm>
          <a:prstGeom prst="rect">
            <a:avLst/>
          </a:prstGeom>
        </p:spPr>
        <p:txBody>
          <a:bodyPr/>
          <a:lstStyle>
            <a:lvl1pPr>
              <a:defRPr lang="en-US" sz="2850" smtClean="0">
                <a:solidFill>
                  <a:schemeClr val="tx1"/>
                </a:solidFill>
              </a:defRPr>
            </a:lvl1pPr>
            <a:lvl2pPr>
              <a:defRPr lang="en-US" smtClean="0"/>
            </a:lvl2pPr>
            <a:lvl3pPr>
              <a:defRPr lang="en-US" smtClean="0"/>
            </a:lvl3pPr>
            <a:lvl4pPr>
              <a:defRPr lang="en-US" smtClean="0"/>
            </a:lvl4pPr>
            <a:lvl5pPr>
              <a:defRPr lang="en-US"/>
            </a:lvl5pPr>
          </a:lstStyle>
          <a:p>
            <a:pPr lvl="0"/>
            <a:r>
              <a:rPr lang="en-US" dirty="0"/>
              <a:t>Click to edit Master text styles</a:t>
            </a:r>
          </a:p>
        </p:txBody>
      </p:sp>
    </p:spTree>
    <p:extLst>
      <p:ext uri="{BB962C8B-B14F-4D97-AF65-F5344CB8AC3E}">
        <p14:creationId xmlns:p14="http://schemas.microsoft.com/office/powerpoint/2010/main" val="2303059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7A1BC5-04C5-424E-B098-F40040519109}"/>
              </a:ext>
            </a:extLst>
          </p:cNvPr>
          <p:cNvSpPr/>
          <p:nvPr userDrawn="1"/>
        </p:nvSpPr>
        <p:spPr>
          <a:xfrm>
            <a:off x="0" y="0"/>
            <a:ext cx="34747200" cy="737228"/>
          </a:xfrm>
          <a:prstGeom prst="rect">
            <a:avLst/>
          </a:prstGeom>
          <a:solidFill>
            <a:srgbClr val="75B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236"/>
          </a:p>
        </p:txBody>
      </p:sp>
      <p:sp>
        <p:nvSpPr>
          <p:cNvPr id="4" name="Title Placeholder 4">
            <a:extLst>
              <a:ext uri="{FF2B5EF4-FFF2-40B4-BE49-F238E27FC236}">
                <a16:creationId xmlns:a16="http://schemas.microsoft.com/office/drawing/2014/main" id="{54D62BC3-C003-A84C-B368-EA134F3F5537}"/>
              </a:ext>
            </a:extLst>
          </p:cNvPr>
          <p:cNvSpPr>
            <a:spLocks noGrp="1"/>
          </p:cNvSpPr>
          <p:nvPr>
            <p:ph type="title"/>
          </p:nvPr>
        </p:nvSpPr>
        <p:spPr>
          <a:xfrm>
            <a:off x="1045634" y="1597328"/>
            <a:ext cx="26140833" cy="2580299"/>
          </a:xfrm>
          <a:prstGeom prst="rect">
            <a:avLst/>
          </a:prstGeom>
        </p:spPr>
        <p:txBody>
          <a:bodyPr vert="horz" lIns="0" tIns="0" rIns="0" bIns="0" rtlCol="0" anchor="t">
            <a:normAutofit/>
          </a:bodyPr>
          <a:lstStyle>
            <a:lvl1pPr>
              <a:defRPr sz="7917">
                <a:solidFill>
                  <a:srgbClr val="75BFE2"/>
                </a:solidFill>
              </a:defRPr>
            </a:lvl1pPr>
          </a:lstStyle>
          <a:p>
            <a:r>
              <a:rPr lang="en-US" dirty="0"/>
              <a:t>Click to edit Master title style</a:t>
            </a:r>
          </a:p>
        </p:txBody>
      </p:sp>
      <p:sp>
        <p:nvSpPr>
          <p:cNvPr id="6" name="Text Placeholder 6">
            <a:extLst>
              <a:ext uri="{FF2B5EF4-FFF2-40B4-BE49-F238E27FC236}">
                <a16:creationId xmlns:a16="http://schemas.microsoft.com/office/drawing/2014/main" id="{97D32DA8-2330-A247-A794-A1FB0E6D7813}"/>
              </a:ext>
            </a:extLst>
          </p:cNvPr>
          <p:cNvSpPr>
            <a:spLocks noGrp="1"/>
          </p:cNvSpPr>
          <p:nvPr>
            <p:ph type="body" sz="quarter" idx="10"/>
          </p:nvPr>
        </p:nvSpPr>
        <p:spPr>
          <a:xfrm>
            <a:off x="1045634" y="4300499"/>
            <a:ext cx="26089544" cy="1105843"/>
          </a:xfrm>
          <a:prstGeom prst="rect">
            <a:avLst/>
          </a:prstGeom>
        </p:spPr>
        <p:txBody>
          <a:bodyPr/>
          <a:lstStyle>
            <a:lvl1pPr>
              <a:defRPr sz="3800"/>
            </a:lvl1pPr>
          </a:lstStyle>
          <a:p>
            <a:pPr lvl="0"/>
            <a:r>
              <a:rPr lang="en-US" dirty="0"/>
              <a:t>Click to edit Master text styles</a:t>
            </a:r>
          </a:p>
        </p:txBody>
      </p:sp>
      <p:sp>
        <p:nvSpPr>
          <p:cNvPr id="8" name="Text Placeholder 9">
            <a:extLst>
              <a:ext uri="{FF2B5EF4-FFF2-40B4-BE49-F238E27FC236}">
                <a16:creationId xmlns:a16="http://schemas.microsoft.com/office/drawing/2014/main" id="{CA885556-C088-B64F-ACA3-FF4240EFD0F6}"/>
              </a:ext>
            </a:extLst>
          </p:cNvPr>
          <p:cNvSpPr>
            <a:spLocks noGrp="1"/>
          </p:cNvSpPr>
          <p:nvPr>
            <p:ph type="body" sz="quarter" idx="11"/>
          </p:nvPr>
        </p:nvSpPr>
        <p:spPr>
          <a:xfrm>
            <a:off x="1045633" y="6143570"/>
            <a:ext cx="16026342" cy="6512184"/>
          </a:xfrm>
          <a:prstGeom prst="rect">
            <a:avLst/>
          </a:prstGeom>
        </p:spPr>
        <p:txBody>
          <a:bodyPr/>
          <a:lstStyle>
            <a:lvl1pPr>
              <a:defRPr sz="2850">
                <a:solidFill>
                  <a:schemeClr val="tx1"/>
                </a:solidFill>
              </a:defRPr>
            </a:lvl1pPr>
          </a:lstStyle>
          <a:p>
            <a:pPr lvl="0"/>
            <a:r>
              <a:rPr lang="en-US" dirty="0"/>
              <a:t>Click to edit Master text styles</a:t>
            </a:r>
          </a:p>
        </p:txBody>
      </p:sp>
      <p:sp>
        <p:nvSpPr>
          <p:cNvPr id="9" name="Picture Placeholder 11">
            <a:extLst>
              <a:ext uri="{FF2B5EF4-FFF2-40B4-BE49-F238E27FC236}">
                <a16:creationId xmlns:a16="http://schemas.microsoft.com/office/drawing/2014/main" id="{6465F565-98C7-4641-9D07-BBDFC2A19212}"/>
              </a:ext>
            </a:extLst>
          </p:cNvPr>
          <p:cNvSpPr>
            <a:spLocks noGrp="1"/>
          </p:cNvSpPr>
          <p:nvPr>
            <p:ph type="pic" sz="quarter" idx="12"/>
          </p:nvPr>
        </p:nvSpPr>
        <p:spPr>
          <a:xfrm>
            <a:off x="1045633" y="13024368"/>
            <a:ext cx="10134600" cy="8355255"/>
          </a:xfrm>
          <a:prstGeom prst="rect">
            <a:avLst/>
          </a:prstGeom>
        </p:spPr>
        <p:txBody>
          <a:bodyPr anchor="ctr"/>
          <a:lstStyle>
            <a:lvl1pPr algn="ctr">
              <a:defRPr/>
            </a:lvl1pPr>
          </a:lstStyle>
          <a:p>
            <a:endParaRPr lang="en-US" dirty="0"/>
          </a:p>
        </p:txBody>
      </p:sp>
      <p:pic>
        <p:nvPicPr>
          <p:cNvPr id="36" name="Picture 35">
            <a:extLst>
              <a:ext uri="{FF2B5EF4-FFF2-40B4-BE49-F238E27FC236}">
                <a16:creationId xmlns:a16="http://schemas.microsoft.com/office/drawing/2014/main" id="{228F6D04-A06E-684E-8C67-976CAB7FFE1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508199" y="1351585"/>
            <a:ext cx="7374731" cy="2349916"/>
          </a:xfrm>
          <a:prstGeom prst="rect">
            <a:avLst/>
          </a:prstGeom>
        </p:spPr>
      </p:pic>
      <p:sp>
        <p:nvSpPr>
          <p:cNvPr id="3" name="TextBox 2">
            <a:extLst>
              <a:ext uri="{FF2B5EF4-FFF2-40B4-BE49-F238E27FC236}">
                <a16:creationId xmlns:a16="http://schemas.microsoft.com/office/drawing/2014/main" id="{E5FD9DC2-4A89-3FD6-54FA-1164F3422A10}"/>
              </a:ext>
            </a:extLst>
          </p:cNvPr>
          <p:cNvSpPr txBox="1"/>
          <p:nvPr userDrawn="1"/>
        </p:nvSpPr>
        <p:spPr>
          <a:xfrm>
            <a:off x="5368925" y="33789635"/>
            <a:ext cx="10677525" cy="1188787"/>
          </a:xfrm>
          <a:prstGeom prst="rect">
            <a:avLst/>
          </a:prstGeom>
          <a:noFill/>
        </p:spPr>
        <p:txBody>
          <a:bodyPr wrap="square" rtlCol="0">
            <a:spAutoFit/>
          </a:bodyPr>
          <a:lstStyle/>
          <a:p>
            <a:r>
              <a:rPr lang="en-US" sz="2375" dirty="0">
                <a:latin typeface="Arial Narrow" panose="020B0604020202020204" pitchFamily="34" charset="0"/>
                <a:cs typeface="Arial Narrow" panose="020B0604020202020204" pitchFamily="34" charset="0"/>
              </a:rPr>
              <a:t>COMPASS is a multi-institutional program led by PNNL and funded by the Earth and Environmental Systems Sciences Division of the U.S. Department of Energy’s Office of Science.</a:t>
            </a:r>
          </a:p>
        </p:txBody>
      </p:sp>
      <p:pic>
        <p:nvPicPr>
          <p:cNvPr id="5" name="Picture 4">
            <a:extLst>
              <a:ext uri="{FF2B5EF4-FFF2-40B4-BE49-F238E27FC236}">
                <a16:creationId xmlns:a16="http://schemas.microsoft.com/office/drawing/2014/main" id="{721331CA-E7E1-FDCC-6B95-1A35867FC6E7}"/>
              </a:ext>
            </a:extLst>
          </p:cNvPr>
          <p:cNvPicPr>
            <a:picLocks noChangeAspect="1"/>
          </p:cNvPicPr>
          <p:nvPr userDrawn="1"/>
        </p:nvPicPr>
        <p:blipFill>
          <a:blip r:embed="rId3"/>
          <a:stretch>
            <a:fillRect/>
          </a:stretch>
        </p:blipFill>
        <p:spPr>
          <a:xfrm>
            <a:off x="1367368" y="33513174"/>
            <a:ext cx="3619500" cy="1013689"/>
          </a:xfrm>
          <a:prstGeom prst="rect">
            <a:avLst/>
          </a:prstGeom>
        </p:spPr>
      </p:pic>
      <p:sp>
        <p:nvSpPr>
          <p:cNvPr id="37" name="Text Placeholder 36">
            <a:extLst>
              <a:ext uri="{FF2B5EF4-FFF2-40B4-BE49-F238E27FC236}">
                <a16:creationId xmlns:a16="http://schemas.microsoft.com/office/drawing/2014/main" id="{13659340-3524-A165-87E8-5B5857130219}"/>
              </a:ext>
            </a:extLst>
          </p:cNvPr>
          <p:cNvSpPr>
            <a:spLocks noGrp="1"/>
          </p:cNvSpPr>
          <p:nvPr>
            <p:ph type="body" sz="quarter" idx="13"/>
          </p:nvPr>
        </p:nvSpPr>
        <p:spPr>
          <a:xfrm>
            <a:off x="17674681" y="6143570"/>
            <a:ext cx="16039454" cy="6512184"/>
          </a:xfrm>
          <a:prstGeom prst="rect">
            <a:avLst/>
          </a:prstGeom>
        </p:spPr>
        <p:txBody>
          <a:bodyPr/>
          <a:lstStyle>
            <a:lvl1pPr>
              <a:defRPr lang="en-US" sz="2850" kern="1200" dirty="0">
                <a:solidFill>
                  <a:schemeClr val="tx1"/>
                </a:solidFill>
                <a:latin typeface="Arial" panose="020B0604020202020204" pitchFamily="34" charset="0"/>
                <a:ea typeface="+mn-ea"/>
                <a:cs typeface="Arial" panose="020B0604020202020204" pitchFamily="34" charset="0"/>
              </a:defRPr>
            </a:lvl1pPr>
          </a:lstStyle>
          <a:p>
            <a:pPr marL="0" lvl="0" indent="0" algn="l" defTabSz="1654622" rtl="0" eaLnBrk="1" latinLnBrk="0" hangingPunct="1">
              <a:spcBef>
                <a:spcPct val="20000"/>
              </a:spcBef>
              <a:buFont typeface="Arial" pitchFamily="34" charset="0"/>
              <a:buNone/>
            </a:pPr>
            <a:r>
              <a:rPr lang="en-US" dirty="0"/>
              <a:t>Click to edit Master text styles</a:t>
            </a:r>
          </a:p>
        </p:txBody>
      </p:sp>
    </p:spTree>
    <p:extLst>
      <p:ext uri="{BB962C8B-B14F-4D97-AF65-F5344CB8AC3E}">
        <p14:creationId xmlns:p14="http://schemas.microsoft.com/office/powerpoint/2010/main" val="1336001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79FD72-BCA5-F24C-9A3D-76ABA0D3F90D}"/>
              </a:ext>
            </a:extLst>
          </p:cNvPr>
          <p:cNvPicPr>
            <a:picLocks/>
          </p:cNvPicPr>
          <p:nvPr userDrawn="1"/>
        </p:nvPicPr>
        <p:blipFill rotWithShape="1">
          <a:blip r:embed="rId4">
            <a:extLst>
              <a:ext uri="{28A0092B-C50C-407E-A947-70E740481C1C}">
                <a14:useLocalDpi xmlns:a14="http://schemas.microsoft.com/office/drawing/2010/main" val="0"/>
              </a:ext>
            </a:extLst>
          </a:blip>
          <a:srcRect r="27850"/>
          <a:stretch/>
        </p:blipFill>
        <p:spPr>
          <a:xfrm>
            <a:off x="0" y="31442791"/>
            <a:ext cx="34747200" cy="3944172"/>
          </a:xfrm>
          <a:prstGeom prst="rect">
            <a:avLst/>
          </a:prstGeom>
        </p:spPr>
      </p:pic>
      <p:sp>
        <p:nvSpPr>
          <p:cNvPr id="5" name="Title Placeholder 4">
            <a:extLst>
              <a:ext uri="{FF2B5EF4-FFF2-40B4-BE49-F238E27FC236}">
                <a16:creationId xmlns:a16="http://schemas.microsoft.com/office/drawing/2014/main" id="{D5336751-8B97-CB48-BAFB-A2B59127B02A}"/>
              </a:ext>
            </a:extLst>
          </p:cNvPr>
          <p:cNvSpPr>
            <a:spLocks noGrp="1"/>
          </p:cNvSpPr>
          <p:nvPr>
            <p:ph type="title"/>
          </p:nvPr>
        </p:nvSpPr>
        <p:spPr>
          <a:xfrm>
            <a:off x="1045634" y="1597328"/>
            <a:ext cx="29968120" cy="2580299"/>
          </a:xfrm>
          <a:prstGeom prst="rect">
            <a:avLst/>
          </a:prstGeom>
        </p:spPr>
        <p:txBody>
          <a:bodyPr vert="horz" lIns="0" tIns="0" rIns="0" bIns="0" rtlCol="0" anchor="t">
            <a:normAutofit/>
          </a:bodyPr>
          <a:lstStyle/>
          <a:p>
            <a:pPr lvl="0"/>
            <a:r>
              <a:rPr lang="en-US" dirty="0"/>
              <a:t>Click to edit Master title style</a:t>
            </a:r>
          </a:p>
        </p:txBody>
      </p:sp>
    </p:spTree>
    <p:extLst>
      <p:ext uri="{BB962C8B-B14F-4D97-AF65-F5344CB8AC3E}">
        <p14:creationId xmlns:p14="http://schemas.microsoft.com/office/powerpoint/2010/main" val="396846365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1654622" rtl="0" eaLnBrk="1" latinLnBrk="0" hangingPunct="1">
        <a:spcBef>
          <a:spcPct val="0"/>
        </a:spcBef>
        <a:buNone/>
        <a:defRPr lang="en-US" sz="7917" kern="1200" dirty="0">
          <a:solidFill>
            <a:srgbClr val="75BFE2"/>
          </a:solidFill>
          <a:latin typeface="Arial" panose="020B0604020202020204" pitchFamily="34" charset="0"/>
          <a:ea typeface="+mj-ea"/>
          <a:cs typeface="Arial" panose="020B0604020202020204" pitchFamily="34" charset="0"/>
        </a:defRPr>
      </a:lvl1pPr>
    </p:titleStyle>
    <p:bodyStyle>
      <a:lvl1pPr marL="0" indent="0" algn="l" defTabSz="1654622" rtl="0" eaLnBrk="1" latinLnBrk="0" hangingPunct="1">
        <a:spcBef>
          <a:spcPct val="20000"/>
        </a:spcBef>
        <a:buFont typeface="Arial" pitchFamily="34" charset="0"/>
        <a:buNone/>
        <a:defRPr sz="3905"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1344381" indent="-517070" algn="l" defTabSz="1654622" rtl="0" eaLnBrk="1" latinLnBrk="0" hangingPunct="1">
        <a:spcBef>
          <a:spcPct val="20000"/>
        </a:spcBef>
        <a:buFont typeface="Arial" pitchFamily="34" charset="0"/>
        <a:buChar char="–"/>
        <a:defRPr sz="5067" kern="1200">
          <a:solidFill>
            <a:schemeClr val="tx1"/>
          </a:solidFill>
          <a:latin typeface="+mn-lt"/>
          <a:ea typeface="+mn-ea"/>
          <a:cs typeface="+mn-cs"/>
        </a:defRPr>
      </a:lvl2pPr>
      <a:lvl3pPr marL="2068278" indent="-413656" algn="l" defTabSz="1654622" rtl="0" eaLnBrk="1" latinLnBrk="0" hangingPunct="1">
        <a:spcBef>
          <a:spcPct val="20000"/>
        </a:spcBef>
        <a:buFont typeface="Arial" pitchFamily="34" charset="0"/>
        <a:buChar char="•"/>
        <a:defRPr sz="4328" kern="1200">
          <a:solidFill>
            <a:schemeClr val="tx1"/>
          </a:solidFill>
          <a:latin typeface="+mn-lt"/>
          <a:ea typeface="+mn-ea"/>
          <a:cs typeface="+mn-cs"/>
        </a:defRPr>
      </a:lvl3pPr>
      <a:lvl4pPr marL="289559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4pPr>
      <a:lvl5pPr marL="372290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5pPr>
      <a:lvl6pPr marL="455021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6pPr>
      <a:lvl7pPr marL="537752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7pPr>
      <a:lvl8pPr marL="6204835"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8pPr>
      <a:lvl9pPr marL="7032146"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9pPr>
    </p:bodyStyle>
    <p:otherStyle>
      <a:defPPr>
        <a:defRPr lang="en-US"/>
      </a:defPPr>
      <a:lvl1pPr marL="0" algn="l" defTabSz="1654622" rtl="0" eaLnBrk="1" latinLnBrk="0" hangingPunct="1">
        <a:defRPr sz="3272" kern="1200">
          <a:solidFill>
            <a:schemeClr val="tx1"/>
          </a:solidFill>
          <a:latin typeface="+mn-lt"/>
          <a:ea typeface="+mn-ea"/>
          <a:cs typeface="+mn-cs"/>
        </a:defRPr>
      </a:lvl1pPr>
      <a:lvl2pPr marL="827311" algn="l" defTabSz="1654622" rtl="0" eaLnBrk="1" latinLnBrk="0" hangingPunct="1">
        <a:defRPr sz="3272" kern="1200">
          <a:solidFill>
            <a:schemeClr val="tx1"/>
          </a:solidFill>
          <a:latin typeface="+mn-lt"/>
          <a:ea typeface="+mn-ea"/>
          <a:cs typeface="+mn-cs"/>
        </a:defRPr>
      </a:lvl2pPr>
      <a:lvl3pPr marL="1654622" algn="l" defTabSz="1654622" rtl="0" eaLnBrk="1" latinLnBrk="0" hangingPunct="1">
        <a:defRPr sz="3272" kern="1200">
          <a:solidFill>
            <a:schemeClr val="tx1"/>
          </a:solidFill>
          <a:latin typeface="+mn-lt"/>
          <a:ea typeface="+mn-ea"/>
          <a:cs typeface="+mn-cs"/>
        </a:defRPr>
      </a:lvl3pPr>
      <a:lvl4pPr marL="2481934" algn="l" defTabSz="1654622" rtl="0" eaLnBrk="1" latinLnBrk="0" hangingPunct="1">
        <a:defRPr sz="3272" kern="1200">
          <a:solidFill>
            <a:schemeClr val="tx1"/>
          </a:solidFill>
          <a:latin typeface="+mn-lt"/>
          <a:ea typeface="+mn-ea"/>
          <a:cs typeface="+mn-cs"/>
        </a:defRPr>
      </a:lvl4pPr>
      <a:lvl5pPr marL="3309245" algn="l" defTabSz="1654622" rtl="0" eaLnBrk="1" latinLnBrk="0" hangingPunct="1">
        <a:defRPr sz="3272" kern="1200">
          <a:solidFill>
            <a:schemeClr val="tx1"/>
          </a:solidFill>
          <a:latin typeface="+mn-lt"/>
          <a:ea typeface="+mn-ea"/>
          <a:cs typeface="+mn-cs"/>
        </a:defRPr>
      </a:lvl5pPr>
      <a:lvl6pPr marL="4136556" algn="l" defTabSz="1654622" rtl="0" eaLnBrk="1" latinLnBrk="0" hangingPunct="1">
        <a:defRPr sz="3272" kern="1200">
          <a:solidFill>
            <a:schemeClr val="tx1"/>
          </a:solidFill>
          <a:latin typeface="+mn-lt"/>
          <a:ea typeface="+mn-ea"/>
          <a:cs typeface="+mn-cs"/>
        </a:defRPr>
      </a:lvl6pPr>
      <a:lvl7pPr marL="4963868" algn="l" defTabSz="1654622" rtl="0" eaLnBrk="1" latinLnBrk="0" hangingPunct="1">
        <a:defRPr sz="3272" kern="1200">
          <a:solidFill>
            <a:schemeClr val="tx1"/>
          </a:solidFill>
          <a:latin typeface="+mn-lt"/>
          <a:ea typeface="+mn-ea"/>
          <a:cs typeface="+mn-cs"/>
        </a:defRPr>
      </a:lvl7pPr>
      <a:lvl8pPr marL="5791179" algn="l" defTabSz="1654622" rtl="0" eaLnBrk="1" latinLnBrk="0" hangingPunct="1">
        <a:defRPr sz="3272" kern="1200">
          <a:solidFill>
            <a:schemeClr val="tx1"/>
          </a:solidFill>
          <a:latin typeface="+mn-lt"/>
          <a:ea typeface="+mn-ea"/>
          <a:cs typeface="+mn-cs"/>
        </a:defRPr>
      </a:lvl8pPr>
      <a:lvl9pPr marL="6618490" algn="l" defTabSz="1654622" rtl="0" eaLnBrk="1" latinLnBrk="0" hangingPunct="1">
        <a:defRPr sz="32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18/10/relationships/comments" Target="../comments/modernComment_101_7788D4F4.xml"/><Relationship Id="rId7"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1" name="Picture 1150" descr="A graph of a number&#10;&#10;AI-generated content may be incorrect.">
            <a:extLst>
              <a:ext uri="{FF2B5EF4-FFF2-40B4-BE49-F238E27FC236}">
                <a16:creationId xmlns:a16="http://schemas.microsoft.com/office/drawing/2014/main" id="{9270BAB1-911D-6871-CCA4-EC0A16BAE3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85664" y="19484222"/>
            <a:ext cx="16916434" cy="10058420"/>
          </a:xfrm>
          <a:prstGeom prst="rect">
            <a:avLst/>
          </a:prstGeom>
        </p:spPr>
      </p:pic>
      <p:pic>
        <p:nvPicPr>
          <p:cNvPr id="1081" name="Picture 1080" descr="A chart of different colored boxes&#10;&#10;AI-generated content may be incorrect.">
            <a:extLst>
              <a:ext uri="{FF2B5EF4-FFF2-40B4-BE49-F238E27FC236}">
                <a16:creationId xmlns:a16="http://schemas.microsoft.com/office/drawing/2014/main" id="{E751C4E4-E854-FE7E-1EF9-268DA1A2302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0597" y="18530902"/>
            <a:ext cx="16459233" cy="6400813"/>
          </a:xfrm>
          <a:prstGeom prst="rect">
            <a:avLst/>
          </a:prstGeom>
        </p:spPr>
      </p:pic>
      <p:cxnSp>
        <p:nvCxnSpPr>
          <p:cNvPr id="1032" name="Straight Connector 1031">
            <a:extLst>
              <a:ext uri="{FF2B5EF4-FFF2-40B4-BE49-F238E27FC236}">
                <a16:creationId xmlns:a16="http://schemas.microsoft.com/office/drawing/2014/main" id="{15AF56DC-5EE6-BFA8-237F-07B49EFF2D22}"/>
              </a:ext>
            </a:extLst>
          </p:cNvPr>
          <p:cNvCxnSpPr>
            <a:cxnSpLocks/>
          </p:cNvCxnSpPr>
          <p:nvPr/>
        </p:nvCxnSpPr>
        <p:spPr>
          <a:xfrm>
            <a:off x="18166504" y="29504481"/>
            <a:ext cx="15770805" cy="0"/>
          </a:xfrm>
          <a:prstGeom prst="line">
            <a:avLst/>
          </a:prstGeom>
          <a:ln>
            <a:solidFill>
              <a:srgbClr val="75BFE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60AF3C6-E87C-784C-EFEA-27D2ADCE070F}"/>
              </a:ext>
            </a:extLst>
          </p:cNvPr>
          <p:cNvSpPr>
            <a:spLocks noGrp="1"/>
          </p:cNvSpPr>
          <p:nvPr>
            <p:ph type="title"/>
          </p:nvPr>
        </p:nvSpPr>
        <p:spPr>
          <a:xfrm>
            <a:off x="837037" y="777081"/>
            <a:ext cx="26290164" cy="2580299"/>
          </a:xfrm>
        </p:spPr>
        <p:txBody>
          <a:bodyPr>
            <a:normAutofit/>
          </a:bodyPr>
          <a:lstStyle/>
          <a:p>
            <a:r>
              <a:rPr lang="en-US" sz="8000" dirty="0"/>
              <a:t>Porewater sulfate varies spatially and temporally across the coastal terrestrial aquatic interface</a:t>
            </a:r>
          </a:p>
        </p:txBody>
      </p:sp>
      <p:sp>
        <p:nvSpPr>
          <p:cNvPr id="3" name="Text Placeholder 2">
            <a:extLst>
              <a:ext uri="{FF2B5EF4-FFF2-40B4-BE49-F238E27FC236}">
                <a16:creationId xmlns:a16="http://schemas.microsoft.com/office/drawing/2014/main" id="{69275BAE-6112-7B97-7490-496A68DBDB86}"/>
              </a:ext>
            </a:extLst>
          </p:cNvPr>
          <p:cNvSpPr>
            <a:spLocks noGrp="1"/>
          </p:cNvSpPr>
          <p:nvPr>
            <p:ph type="body" sz="quarter" idx="10"/>
          </p:nvPr>
        </p:nvSpPr>
        <p:spPr>
          <a:xfrm>
            <a:off x="837036" y="3238453"/>
            <a:ext cx="31415565" cy="1247708"/>
          </a:xfrm>
        </p:spPr>
        <p:txBody>
          <a:bodyPr/>
          <a:lstStyle/>
          <a:p>
            <a:r>
              <a:rPr lang="en-US" sz="3600" b="1" dirty="0"/>
              <a:t>Zoe Read, </a:t>
            </a:r>
            <a:r>
              <a:rPr lang="en-US" sz="3600" dirty="0"/>
              <a:t>Stephanie J. Wilson, Alice Stearns, Evan Phillips, Nathan Chin, Pat Megonigal, Ben Bond-Lamberty, and the COMPASS team </a:t>
            </a:r>
          </a:p>
          <a:p>
            <a:r>
              <a:rPr lang="en-US" sz="3600" baseline="30000" dirty="0"/>
              <a:t>1</a:t>
            </a:r>
            <a:r>
              <a:rPr lang="en-US" sz="3600" dirty="0"/>
              <a:t>Smithsonian Environmental Research Center, Maryland, USA, </a:t>
            </a:r>
            <a:r>
              <a:rPr lang="en-US" sz="3600" baseline="30000" dirty="0"/>
              <a:t>2</a:t>
            </a:r>
            <a:r>
              <a:rPr lang="en-US" sz="3600" dirty="0"/>
              <a:t>Pacific Northwest National Laboratory</a:t>
            </a:r>
          </a:p>
        </p:txBody>
      </p:sp>
      <p:sp>
        <p:nvSpPr>
          <p:cNvPr id="12" name="Text Placeholder 3">
            <a:extLst>
              <a:ext uri="{FF2B5EF4-FFF2-40B4-BE49-F238E27FC236}">
                <a16:creationId xmlns:a16="http://schemas.microsoft.com/office/drawing/2014/main" id="{0C87B8A1-9733-67EB-E4E3-F2570D73F838}"/>
              </a:ext>
            </a:extLst>
          </p:cNvPr>
          <p:cNvSpPr txBox="1">
            <a:spLocks/>
          </p:cNvSpPr>
          <p:nvPr/>
        </p:nvSpPr>
        <p:spPr>
          <a:xfrm>
            <a:off x="778417" y="4846740"/>
            <a:ext cx="16381197" cy="3778941"/>
          </a:xfrm>
          <a:prstGeom prst="rect">
            <a:avLst/>
          </a:prstGeom>
          <a:ln>
            <a:noFill/>
          </a:ln>
        </p:spPr>
        <p:txBody>
          <a:bodyPr/>
          <a:lstStyle>
            <a:lvl1pPr marL="0" indent="0" algn="l" defTabSz="1654622" rtl="0" eaLnBrk="1" latinLnBrk="0" hangingPunct="1">
              <a:spcBef>
                <a:spcPct val="20000"/>
              </a:spcBef>
              <a:buFont typeface="Arial" pitchFamily="34" charset="0"/>
              <a:buNone/>
              <a:defRPr lang="en-US" sz="2850" kern="1200" dirty="0">
                <a:solidFill>
                  <a:schemeClr val="tx1"/>
                </a:solidFill>
                <a:latin typeface="Arial" panose="020B0604020202020204" pitchFamily="34" charset="0"/>
                <a:ea typeface="+mn-ea"/>
                <a:cs typeface="Arial" panose="020B0604020202020204" pitchFamily="34" charset="0"/>
              </a:defRPr>
            </a:lvl1pPr>
            <a:lvl2pPr marL="1344381" indent="-517070" algn="l" defTabSz="1654622" rtl="0" eaLnBrk="1" latinLnBrk="0" hangingPunct="1">
              <a:spcBef>
                <a:spcPct val="20000"/>
              </a:spcBef>
              <a:buFont typeface="Arial" pitchFamily="34" charset="0"/>
              <a:buChar char="–"/>
              <a:defRPr sz="5067" kern="1200">
                <a:solidFill>
                  <a:schemeClr val="tx1"/>
                </a:solidFill>
                <a:latin typeface="+mn-lt"/>
                <a:ea typeface="+mn-ea"/>
                <a:cs typeface="+mn-cs"/>
              </a:defRPr>
            </a:lvl2pPr>
            <a:lvl3pPr marL="2068278" indent="-413656" algn="l" defTabSz="1654622" rtl="0" eaLnBrk="1" latinLnBrk="0" hangingPunct="1">
              <a:spcBef>
                <a:spcPct val="20000"/>
              </a:spcBef>
              <a:buFont typeface="Arial" pitchFamily="34" charset="0"/>
              <a:buChar char="•"/>
              <a:defRPr sz="4328" kern="1200">
                <a:solidFill>
                  <a:schemeClr val="tx1"/>
                </a:solidFill>
                <a:latin typeface="+mn-lt"/>
                <a:ea typeface="+mn-ea"/>
                <a:cs typeface="+mn-cs"/>
              </a:defRPr>
            </a:lvl3pPr>
            <a:lvl4pPr marL="289559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4pPr>
            <a:lvl5pPr marL="372290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5pPr>
            <a:lvl6pPr marL="455021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6pPr>
            <a:lvl7pPr marL="537752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7pPr>
            <a:lvl8pPr marL="6204835"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8pPr>
            <a:lvl9pPr marL="7032146"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9pPr>
          </a:lstStyle>
          <a:p>
            <a:r>
              <a:rPr lang="en-US" sz="3600" b="1" dirty="0">
                <a:solidFill>
                  <a:srgbClr val="75BFE2"/>
                </a:solidFill>
              </a:rPr>
              <a:t>Background</a:t>
            </a:r>
            <a:endParaRPr lang="en-US" dirty="0"/>
          </a:p>
          <a:p>
            <a:pPr marL="457200" indent="-457200">
              <a:buFont typeface="Arial" panose="020B0604020202020204" pitchFamily="34" charset="0"/>
              <a:buChar char="•"/>
            </a:pPr>
            <a:r>
              <a:rPr lang="en-US" sz="2800" dirty="0"/>
              <a:t>We monitor transects including upland coastal forest, forest transitioning to wetland, and wetlands </a:t>
            </a:r>
            <a:r>
              <a:rPr lang="en-US" sz="2800" dirty="0">
                <a:latin typeface="Arial" panose="020B0604020202020204" pitchFamily="34" charset="0"/>
                <a:cs typeface="Arial" panose="020B0604020202020204" pitchFamily="34" charset="0"/>
              </a:rPr>
              <a:t>in the Chesapeake Bay Region </a:t>
            </a:r>
            <a:r>
              <a:rPr lang="en-US" sz="2800" dirty="0"/>
              <a:t>at four sites </a:t>
            </a:r>
            <a:r>
              <a:rPr lang="en-US" sz="2800" dirty="0">
                <a:latin typeface="Arial" panose="020B0604020202020204" pitchFamily="34" charset="0"/>
                <a:cs typeface="Arial" panose="020B0604020202020204" pitchFamily="34" charset="0"/>
              </a:rPr>
              <a:t>that are oligohaline, mesohaline, and </a:t>
            </a:r>
            <a:r>
              <a:rPr lang="en-US" sz="2800" dirty="0" err="1">
                <a:latin typeface="Arial" panose="020B0604020202020204" pitchFamily="34" charset="0"/>
                <a:cs typeface="Arial" panose="020B0604020202020204" pitchFamily="34" charset="0"/>
              </a:rPr>
              <a:t>polyhaline</a:t>
            </a:r>
            <a:r>
              <a:rPr lang="en-US" sz="2800" dirty="0">
                <a:latin typeface="Arial" panose="020B0604020202020204" pitchFamily="34" charset="0"/>
                <a:cs typeface="Arial" panose="020B0604020202020204" pitchFamily="34" charset="0"/>
              </a:rPr>
              <a:t> </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Porewater sampling from 2022-2025 </a:t>
            </a:r>
            <a:r>
              <a:rPr lang="en-US" sz="2800" dirty="0">
                <a:latin typeface="Arial" panose="020B0604020202020204" pitchFamily="34" charset="0"/>
                <a:cs typeface="Arial" panose="020B0604020202020204" pitchFamily="34" charset="0"/>
                <a:sym typeface="Wingdings" panose="05000000000000000000" pitchFamily="2" charset="2"/>
              </a:rPr>
              <a:t> </a:t>
            </a:r>
            <a:r>
              <a:rPr lang="en-US" sz="2800" dirty="0">
                <a:latin typeface="Arial" panose="020B0604020202020204" pitchFamily="34" charset="0"/>
                <a:cs typeface="Arial" panose="020B0604020202020204" pitchFamily="34" charset="0"/>
              </a:rPr>
              <a:t>Analyzed for DIC, DOC, Total Alkalinity, CDOM, H</a:t>
            </a:r>
            <a:r>
              <a:rPr lang="en-US" sz="2800" baseline="-25000" dirty="0">
                <a:latin typeface="Arial" panose="020B0604020202020204" pitchFamily="34" charset="0"/>
                <a:cs typeface="Arial" panose="020B0604020202020204" pitchFamily="34" charset="0"/>
              </a:rPr>
              <a:t>2</a:t>
            </a:r>
            <a:r>
              <a:rPr lang="en-US" sz="2800" dirty="0">
                <a:latin typeface="Arial" panose="020B0604020202020204" pitchFamily="34" charset="0"/>
                <a:cs typeface="Arial" panose="020B0604020202020204" pitchFamily="34" charset="0"/>
              </a:rPr>
              <a:t>S, Cl</a:t>
            </a:r>
            <a:r>
              <a:rPr lang="en-US" sz="2800" baseline="30000" dirty="0">
                <a:latin typeface="Arial" panose="020B0604020202020204" pitchFamily="34" charset="0"/>
                <a:cs typeface="Arial" panose="020B0604020202020204" pitchFamily="34" charset="0"/>
              </a:rPr>
              <a:t>-</a:t>
            </a:r>
            <a:r>
              <a:rPr lang="en-US" sz="2800" dirty="0">
                <a:latin typeface="Arial" panose="020B0604020202020204" pitchFamily="34" charset="0"/>
                <a:cs typeface="Arial" panose="020B0604020202020204" pitchFamily="34" charset="0"/>
              </a:rPr>
              <a:t>, Nutrients, and </a:t>
            </a:r>
            <a:r>
              <a:rPr lang="en-US" sz="2800" b="1" dirty="0">
                <a:latin typeface="Arial" panose="020B0604020202020204" pitchFamily="34" charset="0"/>
                <a:cs typeface="Arial" panose="020B0604020202020204" pitchFamily="34" charset="0"/>
              </a:rPr>
              <a:t>SO</a:t>
            </a:r>
            <a:r>
              <a:rPr lang="en-US" sz="2800" b="1" baseline="-25000" dirty="0">
                <a:latin typeface="Arial" panose="020B0604020202020204" pitchFamily="34" charset="0"/>
                <a:cs typeface="Arial" panose="020B0604020202020204" pitchFamily="34" charset="0"/>
              </a:rPr>
              <a:t>4</a:t>
            </a:r>
            <a:r>
              <a:rPr lang="en-US" sz="2800" b="1" baseline="30000" dirty="0">
                <a:latin typeface="Arial" panose="020B0604020202020204" pitchFamily="34" charset="0"/>
                <a:cs typeface="Arial" panose="020B0604020202020204" pitchFamily="34" charset="0"/>
              </a:rPr>
              <a:t>2-</a:t>
            </a:r>
          </a:p>
          <a:p>
            <a:pPr marL="457200" indent="-457200">
              <a:buFont typeface="Arial" panose="020B0604020202020204" pitchFamily="34" charset="0"/>
              <a:buChar char="•"/>
            </a:pPr>
            <a:r>
              <a:rPr lang="en-US" sz="2800" dirty="0" err="1"/>
              <a:t>Aquatroll</a:t>
            </a:r>
            <a:r>
              <a:rPr lang="en-US" sz="2800" dirty="0"/>
              <a:t> AQ600 sensors deployed in the field, collecting continuous ground and soil water and salinity values</a:t>
            </a:r>
          </a:p>
          <a:p>
            <a:endParaRPr lang="en-US" sz="2800" dirty="0"/>
          </a:p>
        </p:txBody>
      </p:sp>
      <p:cxnSp>
        <p:nvCxnSpPr>
          <p:cNvPr id="1031" name="Straight Connector 1030">
            <a:extLst>
              <a:ext uri="{FF2B5EF4-FFF2-40B4-BE49-F238E27FC236}">
                <a16:creationId xmlns:a16="http://schemas.microsoft.com/office/drawing/2014/main" id="{00BF45BC-03E3-27BE-C768-387C6B2C806C}"/>
              </a:ext>
            </a:extLst>
          </p:cNvPr>
          <p:cNvCxnSpPr/>
          <p:nvPr/>
        </p:nvCxnSpPr>
        <p:spPr>
          <a:xfrm>
            <a:off x="685800" y="4739481"/>
            <a:ext cx="33375600" cy="0"/>
          </a:xfrm>
          <a:prstGeom prst="line">
            <a:avLst/>
          </a:prstGeom>
          <a:ln>
            <a:solidFill>
              <a:srgbClr val="75BFE2"/>
            </a:solidFill>
          </a:ln>
        </p:spPr>
        <p:style>
          <a:lnRef idx="1">
            <a:schemeClr val="accent1"/>
          </a:lnRef>
          <a:fillRef idx="0">
            <a:schemeClr val="accent1"/>
          </a:fillRef>
          <a:effectRef idx="0">
            <a:schemeClr val="accent1"/>
          </a:effectRef>
          <a:fontRef idx="minor">
            <a:schemeClr val="tx1"/>
          </a:fontRef>
        </p:style>
      </p:cxnSp>
      <p:cxnSp>
        <p:nvCxnSpPr>
          <p:cNvPr id="1036" name="Straight Connector 1035">
            <a:extLst>
              <a:ext uri="{FF2B5EF4-FFF2-40B4-BE49-F238E27FC236}">
                <a16:creationId xmlns:a16="http://schemas.microsoft.com/office/drawing/2014/main" id="{A0864A2A-8580-B800-4329-34DD10B52D76}"/>
              </a:ext>
            </a:extLst>
          </p:cNvPr>
          <p:cNvCxnSpPr>
            <a:cxnSpLocks/>
          </p:cNvCxnSpPr>
          <p:nvPr/>
        </p:nvCxnSpPr>
        <p:spPr>
          <a:xfrm>
            <a:off x="18036412" y="16550481"/>
            <a:ext cx="15862150" cy="0"/>
          </a:xfrm>
          <a:prstGeom prst="line">
            <a:avLst/>
          </a:prstGeom>
          <a:ln>
            <a:solidFill>
              <a:srgbClr val="75BFE2"/>
            </a:solidFill>
          </a:ln>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209C8AEE-D29E-C2A9-B7F5-38C8AE3FDCAC}"/>
              </a:ext>
            </a:extLst>
          </p:cNvPr>
          <p:cNvCxnSpPr>
            <a:cxnSpLocks/>
          </p:cNvCxnSpPr>
          <p:nvPr/>
        </p:nvCxnSpPr>
        <p:spPr>
          <a:xfrm>
            <a:off x="17385664" y="5073039"/>
            <a:ext cx="0" cy="26641242"/>
          </a:xfrm>
          <a:prstGeom prst="line">
            <a:avLst/>
          </a:prstGeom>
          <a:ln>
            <a:solidFill>
              <a:srgbClr val="75BFE2"/>
            </a:solidFill>
          </a:ln>
        </p:spPr>
        <p:style>
          <a:lnRef idx="1">
            <a:schemeClr val="accent1"/>
          </a:lnRef>
          <a:fillRef idx="0">
            <a:schemeClr val="accent1"/>
          </a:fillRef>
          <a:effectRef idx="0">
            <a:schemeClr val="accent1"/>
          </a:effectRef>
          <a:fontRef idx="minor">
            <a:schemeClr val="tx1"/>
          </a:fontRef>
        </p:style>
      </p:cxnSp>
      <p:cxnSp>
        <p:nvCxnSpPr>
          <p:cNvPr id="1044" name="Straight Connector 1043">
            <a:extLst>
              <a:ext uri="{FF2B5EF4-FFF2-40B4-BE49-F238E27FC236}">
                <a16:creationId xmlns:a16="http://schemas.microsoft.com/office/drawing/2014/main" id="{8463A8F4-CE87-F09A-8258-6D6979B36D80}"/>
              </a:ext>
            </a:extLst>
          </p:cNvPr>
          <p:cNvCxnSpPr>
            <a:cxnSpLocks/>
          </p:cNvCxnSpPr>
          <p:nvPr/>
        </p:nvCxnSpPr>
        <p:spPr>
          <a:xfrm>
            <a:off x="742675" y="15483681"/>
            <a:ext cx="15862150" cy="0"/>
          </a:xfrm>
          <a:prstGeom prst="line">
            <a:avLst/>
          </a:prstGeom>
          <a:ln>
            <a:solidFill>
              <a:srgbClr val="75BFE2"/>
            </a:solidFill>
          </a:ln>
        </p:spPr>
        <p:style>
          <a:lnRef idx="1">
            <a:schemeClr val="accent1"/>
          </a:lnRef>
          <a:fillRef idx="0">
            <a:schemeClr val="accent1"/>
          </a:fillRef>
          <a:effectRef idx="0">
            <a:schemeClr val="accent1"/>
          </a:effectRef>
          <a:fontRef idx="minor">
            <a:schemeClr val="tx1"/>
          </a:fontRef>
        </p:style>
      </p:cxnSp>
      <p:sp>
        <p:nvSpPr>
          <p:cNvPr id="1046" name="Text Placeholder 3">
            <a:extLst>
              <a:ext uri="{FF2B5EF4-FFF2-40B4-BE49-F238E27FC236}">
                <a16:creationId xmlns:a16="http://schemas.microsoft.com/office/drawing/2014/main" id="{3D22E29A-542C-2707-EE87-D32E923FD26A}"/>
              </a:ext>
            </a:extLst>
          </p:cNvPr>
          <p:cNvSpPr txBox="1">
            <a:spLocks/>
          </p:cNvSpPr>
          <p:nvPr/>
        </p:nvSpPr>
        <p:spPr>
          <a:xfrm>
            <a:off x="18156261" y="16660587"/>
            <a:ext cx="15095898" cy="2097650"/>
          </a:xfrm>
          <a:prstGeom prst="rect">
            <a:avLst/>
          </a:prstGeom>
          <a:ln>
            <a:noFill/>
          </a:ln>
        </p:spPr>
        <p:txBody>
          <a:bodyPr/>
          <a:lstStyle>
            <a:lvl1pPr marL="0" indent="0" algn="l" defTabSz="1654622" rtl="0" eaLnBrk="1" latinLnBrk="0" hangingPunct="1">
              <a:spcBef>
                <a:spcPct val="20000"/>
              </a:spcBef>
              <a:buFont typeface="Arial" pitchFamily="34" charset="0"/>
              <a:buNone/>
              <a:defRPr lang="en-US" sz="2850" kern="1200" dirty="0">
                <a:solidFill>
                  <a:schemeClr val="tx1"/>
                </a:solidFill>
                <a:latin typeface="Arial" panose="020B0604020202020204" pitchFamily="34" charset="0"/>
                <a:ea typeface="+mn-ea"/>
                <a:cs typeface="Arial" panose="020B0604020202020204" pitchFamily="34" charset="0"/>
              </a:defRPr>
            </a:lvl1pPr>
            <a:lvl2pPr marL="1344381" indent="-517070" algn="l" defTabSz="1654622" rtl="0" eaLnBrk="1" latinLnBrk="0" hangingPunct="1">
              <a:spcBef>
                <a:spcPct val="20000"/>
              </a:spcBef>
              <a:buFont typeface="Arial" pitchFamily="34" charset="0"/>
              <a:buChar char="–"/>
              <a:defRPr sz="5067" kern="1200">
                <a:solidFill>
                  <a:schemeClr val="tx1"/>
                </a:solidFill>
                <a:latin typeface="+mn-lt"/>
                <a:ea typeface="+mn-ea"/>
                <a:cs typeface="+mn-cs"/>
              </a:defRPr>
            </a:lvl2pPr>
            <a:lvl3pPr marL="2068278" indent="-413656" algn="l" defTabSz="1654622" rtl="0" eaLnBrk="1" latinLnBrk="0" hangingPunct="1">
              <a:spcBef>
                <a:spcPct val="20000"/>
              </a:spcBef>
              <a:buFont typeface="Arial" pitchFamily="34" charset="0"/>
              <a:buChar char="•"/>
              <a:defRPr sz="4328" kern="1200">
                <a:solidFill>
                  <a:schemeClr val="tx1"/>
                </a:solidFill>
                <a:latin typeface="+mn-lt"/>
                <a:ea typeface="+mn-ea"/>
                <a:cs typeface="+mn-cs"/>
              </a:defRPr>
            </a:lvl3pPr>
            <a:lvl4pPr marL="289559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4pPr>
            <a:lvl5pPr marL="372290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5pPr>
            <a:lvl6pPr marL="455021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6pPr>
            <a:lvl7pPr marL="537752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7pPr>
            <a:lvl8pPr marL="6204835"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8pPr>
            <a:lvl9pPr marL="7032146"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9pPr>
          </a:lstStyle>
          <a:p>
            <a:r>
              <a:rPr lang="en-US" sz="3600" b="1" dirty="0">
                <a:solidFill>
                  <a:srgbClr val="75BFE2"/>
                </a:solidFill>
              </a:rPr>
              <a:t>Seasonal variation</a:t>
            </a:r>
            <a:r>
              <a:rPr lang="en-US" sz="3600" b="1" dirty="0"/>
              <a:t> </a:t>
            </a:r>
          </a:p>
          <a:p>
            <a:pPr marL="457200" indent="-457200">
              <a:buFont typeface="Arial" pitchFamily="34" charset="0"/>
              <a:buChar char="•"/>
            </a:pPr>
            <a:r>
              <a:rPr lang="en-US" sz="2800" dirty="0"/>
              <a:t>Sulfate tends to increase throughout each year, especially in the fall, and decrease at the start of a new year. This could be because sulfate-reducing microbes are less active as temperatures decrease at the end of each year. </a:t>
            </a:r>
          </a:p>
          <a:p>
            <a:pPr marL="457200" indent="-457200">
              <a:buFont typeface="Arial" pitchFamily="34" charset="0"/>
              <a:buChar char="•"/>
            </a:pPr>
            <a:r>
              <a:rPr lang="en-US" sz="2800" dirty="0"/>
              <a:t>Sulfate appears to be increasing over time at the </a:t>
            </a:r>
            <a:r>
              <a:rPr lang="en-US" sz="2800" dirty="0" err="1"/>
              <a:t>GCReW</a:t>
            </a:r>
            <a:r>
              <a:rPr lang="en-US" sz="2800" dirty="0"/>
              <a:t> Transition site. </a:t>
            </a:r>
          </a:p>
          <a:p>
            <a:endParaRPr lang="en-US" dirty="0"/>
          </a:p>
        </p:txBody>
      </p:sp>
      <p:sp>
        <p:nvSpPr>
          <p:cNvPr id="5" name="TextBox 4">
            <a:extLst>
              <a:ext uri="{FF2B5EF4-FFF2-40B4-BE49-F238E27FC236}">
                <a16:creationId xmlns:a16="http://schemas.microsoft.com/office/drawing/2014/main" id="{611D73CC-38EE-87A4-659B-7AFB71426A3B}"/>
              </a:ext>
            </a:extLst>
          </p:cNvPr>
          <p:cNvSpPr txBox="1"/>
          <p:nvPr/>
        </p:nvSpPr>
        <p:spPr>
          <a:xfrm>
            <a:off x="1035122" y="12638236"/>
            <a:ext cx="15738541" cy="2693045"/>
          </a:xfrm>
          <a:prstGeom prst="rect">
            <a:avLst/>
          </a:prstGeom>
          <a:noFill/>
        </p:spPr>
        <p:txBody>
          <a:bodyPr wrap="square" rtlCol="0">
            <a:spAutoFit/>
          </a:bodyPr>
          <a:lstStyle/>
          <a:p>
            <a:pPr algn="ctr" rtl="0">
              <a:spcBef>
                <a:spcPts val="1000"/>
              </a:spcBef>
              <a:spcAft>
                <a:spcPts val="0"/>
              </a:spcAft>
            </a:pPr>
            <a:r>
              <a:rPr lang="en-US" sz="3200" b="1" dirty="0">
                <a:solidFill>
                  <a:srgbClr val="75BFE2"/>
                </a:solidFill>
                <a:latin typeface="Arial" panose="020B0604020202020204" pitchFamily="34" charset="0"/>
                <a:cs typeface="Arial" panose="020B0604020202020204" pitchFamily="34" charset="0"/>
              </a:rPr>
              <a:t>Hypothesis: </a:t>
            </a:r>
            <a:r>
              <a:rPr lang="en-US" sz="2800" b="0" i="0" u="none" strike="noStrike" dirty="0">
                <a:solidFill>
                  <a:srgbClr val="000000"/>
                </a:solidFill>
                <a:effectLst/>
                <a:latin typeface="Arial" panose="020B0604020202020204" pitchFamily="34" charset="0"/>
                <a:cs typeface="Arial" panose="020B0604020202020204" pitchFamily="34" charset="0"/>
              </a:rPr>
              <a:t>There is a hierarchical structure to </a:t>
            </a:r>
            <a:r>
              <a:rPr lang="en-US" sz="2800" b="0" i="0" u="sng" dirty="0">
                <a:solidFill>
                  <a:srgbClr val="000000"/>
                </a:solidFill>
                <a:effectLst/>
                <a:latin typeface="Arial" panose="020B0604020202020204" pitchFamily="34" charset="0"/>
                <a:cs typeface="Arial" panose="020B0604020202020204" pitchFamily="34" charset="0"/>
              </a:rPr>
              <a:t>spatial </a:t>
            </a:r>
            <a:r>
              <a:rPr lang="en-US" sz="2800" b="0" i="0" u="none" strike="noStrike" dirty="0">
                <a:solidFill>
                  <a:srgbClr val="000000"/>
                </a:solidFill>
                <a:effectLst/>
                <a:latin typeface="Arial" panose="020B0604020202020204" pitchFamily="34" charset="0"/>
                <a:cs typeface="Arial" panose="020B0604020202020204" pitchFamily="34" charset="0"/>
              </a:rPr>
              <a:t>variation in ecosystem structure and function at the coastal terrestrial aquatic interface (TAI) that is set by:</a:t>
            </a:r>
            <a:endParaRPr lang="en-US" sz="2800" b="0" dirty="0">
              <a:effectLst/>
              <a:latin typeface="Arial" panose="020B0604020202020204" pitchFamily="34" charset="0"/>
              <a:cs typeface="Arial" panose="020B0604020202020204" pitchFamily="34" charset="0"/>
            </a:endParaRPr>
          </a:p>
          <a:p>
            <a:pPr algn="ctr" rtl="0">
              <a:spcBef>
                <a:spcPts val="1000"/>
              </a:spcBef>
              <a:spcAft>
                <a:spcPts val="0"/>
              </a:spcAft>
            </a:pPr>
            <a:r>
              <a:rPr lang="en-US" sz="2800" b="1" i="0" u="none" strike="noStrike" dirty="0">
                <a:solidFill>
                  <a:srgbClr val="000000"/>
                </a:solidFill>
                <a:effectLst/>
                <a:latin typeface="Arial" panose="020B0604020202020204" pitchFamily="34" charset="0"/>
                <a:cs typeface="Arial" panose="020B0604020202020204" pitchFamily="34" charset="0"/>
              </a:rPr>
              <a:t>1) the depth and duration of soil saturation </a:t>
            </a:r>
            <a:endParaRPr lang="en-US" sz="2800" b="1" dirty="0">
              <a:effectLst/>
              <a:latin typeface="Arial" panose="020B0604020202020204" pitchFamily="34" charset="0"/>
              <a:cs typeface="Arial" panose="020B0604020202020204" pitchFamily="34" charset="0"/>
            </a:endParaRPr>
          </a:p>
          <a:p>
            <a:pPr algn="ctr" rtl="0">
              <a:spcBef>
                <a:spcPts val="1000"/>
              </a:spcBef>
              <a:spcAft>
                <a:spcPts val="0"/>
              </a:spcAft>
            </a:pPr>
            <a:r>
              <a:rPr lang="en-US" sz="2800" b="1" i="0" u="none" strike="noStrike" dirty="0">
                <a:solidFill>
                  <a:srgbClr val="000000"/>
                </a:solidFill>
                <a:effectLst/>
                <a:latin typeface="Arial" panose="020B0604020202020204" pitchFamily="34" charset="0"/>
                <a:cs typeface="Arial" panose="020B0604020202020204" pitchFamily="34" charset="0"/>
              </a:rPr>
              <a:t>2) the abundance of redox-sensitive elements</a:t>
            </a:r>
          </a:p>
          <a:p>
            <a:pPr algn="ctr" rtl="0">
              <a:spcBef>
                <a:spcPts val="1000"/>
              </a:spcBef>
              <a:spcAft>
                <a:spcPts val="0"/>
              </a:spcAft>
            </a:pPr>
            <a:r>
              <a:rPr lang="en-US" sz="2800" b="0" dirty="0">
                <a:effectLst/>
                <a:latin typeface="Arial" panose="020B0604020202020204" pitchFamily="34" charset="0"/>
                <a:cs typeface="Arial" panose="020B0604020202020204" pitchFamily="34" charset="0"/>
              </a:rPr>
              <a:t>3) their</a:t>
            </a:r>
            <a:r>
              <a:rPr lang="en-US" sz="2800" b="1" dirty="0">
                <a:effectLst/>
                <a:latin typeface="Arial" panose="020B0604020202020204" pitchFamily="34" charset="0"/>
                <a:cs typeface="Arial" panose="020B0604020202020204" pitchFamily="34" charset="0"/>
              </a:rPr>
              <a:t> </a:t>
            </a:r>
            <a:r>
              <a:rPr lang="en-US" sz="2800" dirty="0">
                <a:effectLst/>
                <a:latin typeface="Arial" panose="020B0604020202020204" pitchFamily="34" charset="0"/>
                <a:cs typeface="Arial" panose="020B0604020202020204" pitchFamily="34" charset="0"/>
              </a:rPr>
              <a:t>interactions with plant traits</a:t>
            </a:r>
            <a:endParaRPr lang="en-US" sz="3600" dirty="0">
              <a:effectLst/>
              <a:latin typeface="Arial" panose="020B0604020202020204" pitchFamily="34" charset="0"/>
              <a:cs typeface="Arial" panose="020B0604020202020204" pitchFamily="34" charset="0"/>
            </a:endParaRPr>
          </a:p>
        </p:txBody>
      </p:sp>
      <p:grpSp>
        <p:nvGrpSpPr>
          <p:cNvPr id="16" name="Group 15">
            <a:extLst>
              <a:ext uri="{FF2B5EF4-FFF2-40B4-BE49-F238E27FC236}">
                <a16:creationId xmlns:a16="http://schemas.microsoft.com/office/drawing/2014/main" id="{8705218F-41E6-8FF9-6DE2-6F194B8E4A42}"/>
              </a:ext>
            </a:extLst>
          </p:cNvPr>
          <p:cNvGrpSpPr/>
          <p:nvPr/>
        </p:nvGrpSpPr>
        <p:grpSpPr>
          <a:xfrm>
            <a:off x="1182975" y="4996902"/>
            <a:ext cx="14978687" cy="7819779"/>
            <a:chOff x="-4096916" y="10585278"/>
            <a:chExt cx="15392760" cy="7038010"/>
          </a:xfrm>
        </p:grpSpPr>
        <p:sp>
          <p:nvSpPr>
            <p:cNvPr id="17" name="Text Placeholder 11">
              <a:extLst>
                <a:ext uri="{FF2B5EF4-FFF2-40B4-BE49-F238E27FC236}">
                  <a16:creationId xmlns:a16="http://schemas.microsoft.com/office/drawing/2014/main" id="{2BD42464-D16B-3701-0C0F-271BDE66BAA5}"/>
                </a:ext>
              </a:extLst>
            </p:cNvPr>
            <p:cNvSpPr txBox="1">
              <a:spLocks/>
            </p:cNvSpPr>
            <p:nvPr/>
          </p:nvSpPr>
          <p:spPr>
            <a:xfrm>
              <a:off x="353828" y="10585278"/>
              <a:ext cx="6170205" cy="2441318"/>
            </a:xfrm>
            <a:prstGeom prst="rect">
              <a:avLst/>
            </a:prstGeom>
            <a:ln>
              <a:noFill/>
            </a:ln>
          </p:spPr>
          <p:txBody>
            <a:bodyPr/>
            <a:lstStyle>
              <a:lvl1pPr marL="0" indent="0" algn="l" defTabSz="1567510" rtl="0" eaLnBrk="1" latinLnBrk="0" hangingPunct="1">
                <a:spcBef>
                  <a:spcPct val="20000"/>
                </a:spcBef>
                <a:buFont typeface="Arial" pitchFamily="34" charset="0"/>
                <a:buNone/>
                <a:defRPr sz="2200" kern="1200">
                  <a:solidFill>
                    <a:schemeClr val="tx1"/>
                  </a:solidFill>
                  <a:latin typeface="Arial" panose="020B0604020202020204" pitchFamily="34" charset="0"/>
                  <a:ea typeface="+mn-ea"/>
                  <a:cs typeface="Arial" panose="020B0604020202020204" pitchFamily="34" charset="0"/>
                </a:defRPr>
              </a:lvl1pPr>
              <a:lvl2pPr marL="1273602" indent="-489847" algn="l" defTabSz="1567510" rtl="0" eaLnBrk="1" latinLnBrk="0" hangingPunct="1">
                <a:spcBef>
                  <a:spcPct val="20000"/>
                </a:spcBef>
                <a:buFont typeface="Arial" pitchFamily="34" charset="0"/>
                <a:buChar char="–"/>
                <a:defRPr sz="4800" kern="1200">
                  <a:solidFill>
                    <a:schemeClr val="tx1"/>
                  </a:solidFill>
                  <a:latin typeface="+mn-lt"/>
                  <a:ea typeface="+mn-ea"/>
                  <a:cs typeface="+mn-cs"/>
                </a:defRPr>
              </a:lvl2pPr>
              <a:lvl3pPr marL="1959388" indent="-391878" algn="l" defTabSz="1567510" rtl="0" eaLnBrk="1" latinLnBrk="0" hangingPunct="1">
                <a:spcBef>
                  <a:spcPct val="20000"/>
                </a:spcBef>
                <a:buFont typeface="Arial" pitchFamily="34" charset="0"/>
                <a:buChar char="•"/>
                <a:defRPr sz="4100" kern="1200">
                  <a:solidFill>
                    <a:schemeClr val="tx1"/>
                  </a:solidFill>
                  <a:latin typeface="+mn-lt"/>
                  <a:ea typeface="+mn-ea"/>
                  <a:cs typeface="+mn-cs"/>
                </a:defRPr>
              </a:lvl3pPr>
              <a:lvl4pPr marL="274314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4pPr>
              <a:lvl5pPr marL="352689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5pPr>
              <a:lvl6pPr marL="4310653"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6pPr>
              <a:lvl7pPr marL="5094408"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7pPr>
              <a:lvl8pPr marL="5878164"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8pPr>
              <a:lvl9pPr marL="6661919" indent="-391878" algn="l" defTabSz="1567510" rtl="0" eaLnBrk="1" latinLnBrk="0" hangingPunct="1">
                <a:spcBef>
                  <a:spcPct val="20000"/>
                </a:spcBef>
                <a:buFont typeface="Arial" pitchFamily="34" charset="0"/>
                <a:buChar char="•"/>
                <a:defRPr sz="3500" kern="1200">
                  <a:solidFill>
                    <a:schemeClr val="tx1"/>
                  </a:solidFill>
                  <a:latin typeface="+mn-lt"/>
                  <a:ea typeface="+mn-ea"/>
                  <a:cs typeface="+mn-cs"/>
                </a:defRPr>
              </a:lvl9pPr>
            </a:lstStyle>
            <a:p>
              <a:endParaRPr lang="en-US" sz="2800" dirty="0">
                <a:solidFill>
                  <a:srgbClr val="419556"/>
                </a:solidFill>
              </a:endParaRPr>
            </a:p>
          </p:txBody>
        </p:sp>
        <p:grpSp>
          <p:nvGrpSpPr>
            <p:cNvPr id="18" name="Group 17">
              <a:extLst>
                <a:ext uri="{FF2B5EF4-FFF2-40B4-BE49-F238E27FC236}">
                  <a16:creationId xmlns:a16="http://schemas.microsoft.com/office/drawing/2014/main" id="{902C4E4F-82D2-D6F9-9AC8-C28F32695521}"/>
                </a:ext>
              </a:extLst>
            </p:cNvPr>
            <p:cNvGrpSpPr/>
            <p:nvPr/>
          </p:nvGrpSpPr>
          <p:grpSpPr>
            <a:xfrm>
              <a:off x="-4096916" y="13332543"/>
              <a:ext cx="15392760" cy="4290745"/>
              <a:chOff x="-4117820" y="9198158"/>
              <a:chExt cx="15392760" cy="4290745"/>
            </a:xfrm>
          </p:grpSpPr>
          <p:graphicFrame>
            <p:nvGraphicFramePr>
              <p:cNvPr id="20" name="Google Shape;116;p4">
                <a:extLst>
                  <a:ext uri="{FF2B5EF4-FFF2-40B4-BE49-F238E27FC236}">
                    <a16:creationId xmlns:a16="http://schemas.microsoft.com/office/drawing/2014/main" id="{6EE1AE5B-A26D-71DD-8EF3-D283BC117F1C}"/>
                  </a:ext>
                </a:extLst>
              </p:cNvPr>
              <p:cNvGraphicFramePr/>
              <p:nvPr>
                <p:extLst>
                  <p:ext uri="{D42A27DB-BD31-4B8C-83A1-F6EECF244321}">
                    <p14:modId xmlns:p14="http://schemas.microsoft.com/office/powerpoint/2010/main" val="4074627904"/>
                  </p:ext>
                </p:extLst>
              </p:nvPr>
            </p:nvGraphicFramePr>
            <p:xfrm>
              <a:off x="-4117820" y="9959925"/>
              <a:ext cx="3682599" cy="2585472"/>
            </p:xfrm>
            <a:graphic>
              <a:graphicData uri="http://schemas.openxmlformats.org/drawingml/2006/table">
                <a:tbl>
                  <a:tblPr firstRow="1" bandRow="1">
                    <a:noFill/>
                  </a:tblPr>
                  <a:tblGrid>
                    <a:gridCol w="2182470">
                      <a:extLst>
                        <a:ext uri="{9D8B030D-6E8A-4147-A177-3AD203B41FA5}">
                          <a16:colId xmlns:a16="http://schemas.microsoft.com/office/drawing/2014/main" val="20000"/>
                        </a:ext>
                      </a:extLst>
                    </a:gridCol>
                    <a:gridCol w="1401065">
                      <a:extLst>
                        <a:ext uri="{9D8B030D-6E8A-4147-A177-3AD203B41FA5}">
                          <a16:colId xmlns:a16="http://schemas.microsoft.com/office/drawing/2014/main" val="20001"/>
                        </a:ext>
                      </a:extLst>
                    </a:gridCol>
                  </a:tblGrid>
                  <a:tr h="506206">
                    <a:tc>
                      <a:txBody>
                        <a:bodyPr/>
                        <a:lstStyle/>
                        <a:p>
                          <a:pPr marL="0" marR="0" lvl="0" indent="0" algn="ctr" rtl="0">
                            <a:lnSpc>
                              <a:spcPct val="100000"/>
                            </a:lnSpc>
                            <a:spcBef>
                              <a:spcPts val="0"/>
                            </a:spcBef>
                            <a:spcAft>
                              <a:spcPts val="0"/>
                            </a:spcAft>
                            <a:buNone/>
                          </a:pPr>
                          <a:r>
                            <a:rPr lang="en-US" sz="2400" u="none" strike="noStrike" cap="none" dirty="0">
                              <a:solidFill>
                                <a:schemeClr val="lt1"/>
                              </a:solidFill>
                              <a:latin typeface="+mj-lt"/>
                            </a:rPr>
                            <a:t>Site</a:t>
                          </a:r>
                          <a:endParaRPr sz="24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solidFill>
                          <a:srgbClr val="242424"/>
                        </a:solidFill>
                      </a:tcPr>
                    </a:tc>
                    <a:tc>
                      <a:txBody>
                        <a:bodyPr/>
                        <a:lstStyle/>
                        <a:p>
                          <a:pPr marL="0" marR="0" lvl="0" indent="0" algn="ctr" rtl="0">
                            <a:lnSpc>
                              <a:spcPct val="100000"/>
                            </a:lnSpc>
                            <a:spcBef>
                              <a:spcPts val="0"/>
                            </a:spcBef>
                            <a:spcAft>
                              <a:spcPts val="0"/>
                            </a:spcAft>
                            <a:buNone/>
                          </a:pPr>
                          <a:r>
                            <a:rPr lang="en-US" sz="2400" u="none" strike="noStrike" cap="none" dirty="0">
                              <a:solidFill>
                                <a:schemeClr val="lt1"/>
                              </a:solidFill>
                              <a:latin typeface="+mj-lt"/>
                            </a:rPr>
                            <a:t>Salinity</a:t>
                          </a:r>
                          <a:endParaRPr sz="24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solidFill>
                          <a:srgbClr val="242424"/>
                        </a:solidFill>
                      </a:tcPr>
                    </a:tc>
                    <a:extLst>
                      <a:ext uri="{0D108BD9-81ED-4DB2-BD59-A6C34878D82A}">
                        <a16:rowId xmlns:a16="http://schemas.microsoft.com/office/drawing/2014/main" val="10000"/>
                      </a:ext>
                    </a:extLst>
                  </a:tr>
                  <a:tr h="507454">
                    <a:tc>
                      <a:txBody>
                        <a:bodyPr/>
                        <a:lstStyle/>
                        <a:p>
                          <a:pPr marL="0" marR="0" lvl="0" indent="0" algn="ctr" rtl="0">
                            <a:lnSpc>
                              <a:spcPct val="100000"/>
                            </a:lnSpc>
                            <a:spcBef>
                              <a:spcPts val="0"/>
                            </a:spcBef>
                            <a:spcAft>
                              <a:spcPts val="0"/>
                            </a:spcAft>
                            <a:buNone/>
                          </a:pPr>
                          <a:r>
                            <a:rPr lang="en-US" sz="2400" dirty="0">
                              <a:latin typeface="+mj-lt"/>
                            </a:rPr>
                            <a:t>Sweethall</a:t>
                          </a:r>
                          <a:endParaRPr sz="24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u="none" strike="noStrike" cap="none" dirty="0">
                              <a:solidFill>
                                <a:srgbClr val="000000"/>
                              </a:solidFill>
                              <a:latin typeface="+mj-lt"/>
                            </a:rPr>
                            <a:t>0-2</a:t>
                          </a:r>
                          <a:endParaRPr sz="24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extLst>
                      <a:ext uri="{0D108BD9-81ED-4DB2-BD59-A6C34878D82A}">
                        <a16:rowId xmlns:a16="http://schemas.microsoft.com/office/drawing/2014/main" val="10001"/>
                      </a:ext>
                    </a:extLst>
                  </a:tr>
                  <a:tr h="506206">
                    <a:tc>
                      <a:txBody>
                        <a:bodyPr/>
                        <a:lstStyle/>
                        <a:p>
                          <a:pPr marL="0" marR="0" lvl="0" indent="0" algn="ctr" rtl="0">
                            <a:lnSpc>
                              <a:spcPct val="100000"/>
                            </a:lnSpc>
                            <a:spcBef>
                              <a:spcPts val="0"/>
                            </a:spcBef>
                            <a:spcAft>
                              <a:spcPts val="0"/>
                            </a:spcAft>
                            <a:buNone/>
                          </a:pPr>
                          <a:r>
                            <a:rPr lang="en-US" sz="2400" u="none" strike="noStrike" cap="none" dirty="0">
                              <a:solidFill>
                                <a:srgbClr val="000000"/>
                              </a:solidFill>
                              <a:latin typeface="+mj-lt"/>
                            </a:rPr>
                            <a:t>GCReW</a:t>
                          </a:r>
                          <a:endParaRPr sz="24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u="none" strike="noStrike" cap="none" dirty="0">
                              <a:solidFill>
                                <a:srgbClr val="000000"/>
                              </a:solidFill>
                              <a:latin typeface="+mj-lt"/>
                            </a:rPr>
                            <a:t>8-10</a:t>
                          </a:r>
                          <a:endParaRPr sz="24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extLst>
                      <a:ext uri="{0D108BD9-81ED-4DB2-BD59-A6C34878D82A}">
                        <a16:rowId xmlns:a16="http://schemas.microsoft.com/office/drawing/2014/main" val="10002"/>
                      </a:ext>
                    </a:extLst>
                  </a:tr>
                  <a:tr h="0">
                    <a:tc>
                      <a:txBody>
                        <a:bodyPr/>
                        <a:lstStyle/>
                        <a:p>
                          <a:pPr marL="0" marR="0" lvl="0" indent="0" algn="ctr" rtl="0">
                            <a:lnSpc>
                              <a:spcPct val="100000"/>
                            </a:lnSpc>
                            <a:spcBef>
                              <a:spcPts val="0"/>
                            </a:spcBef>
                            <a:spcAft>
                              <a:spcPts val="0"/>
                            </a:spcAft>
                            <a:buNone/>
                          </a:pPr>
                          <a:r>
                            <a:rPr lang="en-US" sz="2400" u="none" strike="noStrike" cap="none" dirty="0">
                              <a:solidFill>
                                <a:srgbClr val="000000"/>
                              </a:solidFill>
                              <a:latin typeface="+mj-lt"/>
                            </a:rPr>
                            <a:t>M</a:t>
                          </a:r>
                          <a:r>
                            <a:rPr lang="en-US" sz="2400" dirty="0">
                              <a:latin typeface="+mj-lt"/>
                            </a:rPr>
                            <a:t>oneyStump</a:t>
                          </a:r>
                          <a:endParaRPr sz="24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u="none" strike="noStrike" cap="none">
                              <a:solidFill>
                                <a:srgbClr val="000000"/>
                              </a:solidFill>
                              <a:latin typeface="+mj-lt"/>
                            </a:rPr>
                            <a:t>8-10</a:t>
                          </a:r>
                          <a:endParaRPr sz="240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extLst>
                      <a:ext uri="{0D108BD9-81ED-4DB2-BD59-A6C34878D82A}">
                        <a16:rowId xmlns:a16="http://schemas.microsoft.com/office/drawing/2014/main" val="10003"/>
                      </a:ext>
                    </a:extLst>
                  </a:tr>
                  <a:tr h="895585">
                    <a:tc>
                      <a:txBody>
                        <a:bodyPr/>
                        <a:lstStyle/>
                        <a:p>
                          <a:pPr marL="0" marR="0" lvl="0" indent="0" algn="ctr" rtl="0">
                            <a:lnSpc>
                              <a:spcPct val="100000"/>
                            </a:lnSpc>
                            <a:spcBef>
                              <a:spcPts val="0"/>
                            </a:spcBef>
                            <a:spcAft>
                              <a:spcPts val="0"/>
                            </a:spcAft>
                            <a:buNone/>
                          </a:pPr>
                          <a:r>
                            <a:rPr lang="en-US" sz="2400" u="none" strike="noStrike" cap="none" dirty="0">
                              <a:solidFill>
                                <a:srgbClr val="000000"/>
                              </a:solidFill>
                              <a:latin typeface="+mj-lt"/>
                            </a:rPr>
                            <a:t>G</a:t>
                          </a:r>
                          <a:r>
                            <a:rPr lang="en-US" sz="2400" dirty="0">
                              <a:latin typeface="+mj-lt"/>
                            </a:rPr>
                            <a:t>oodwin Islands</a:t>
                          </a:r>
                          <a:endParaRPr sz="24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2400" u="none" strike="noStrike" cap="none" dirty="0">
                              <a:solidFill>
                                <a:srgbClr val="000000"/>
                              </a:solidFill>
                              <a:latin typeface="+mj-lt"/>
                            </a:rPr>
                            <a:t>18-20</a:t>
                          </a:r>
                          <a:endParaRPr sz="2400" dirty="0">
                            <a:latin typeface="+mj-lt"/>
                          </a:endParaRPr>
                        </a:p>
                      </a:txBody>
                      <a:tcPr marL="91450" marR="91450" marT="45725" marB="45725">
                        <a:lnL w="9525" cap="flat" cmpd="sng">
                          <a:solidFill>
                            <a:srgbClr val="242424"/>
                          </a:solidFill>
                          <a:prstDash val="solid"/>
                          <a:round/>
                          <a:headEnd type="none" w="sm" len="sm"/>
                          <a:tailEnd type="none" w="sm" len="sm"/>
                        </a:lnL>
                        <a:lnR w="9525" cap="flat" cmpd="sng">
                          <a:solidFill>
                            <a:srgbClr val="242424"/>
                          </a:solidFill>
                          <a:prstDash val="solid"/>
                          <a:round/>
                          <a:headEnd type="none" w="sm" len="sm"/>
                          <a:tailEnd type="none" w="sm" len="sm"/>
                        </a:lnR>
                        <a:lnT w="9525" cap="flat" cmpd="sng">
                          <a:solidFill>
                            <a:srgbClr val="242424"/>
                          </a:solidFill>
                          <a:prstDash val="solid"/>
                          <a:round/>
                          <a:headEnd type="none" w="sm" len="sm"/>
                          <a:tailEnd type="none" w="sm" len="sm"/>
                        </a:lnT>
                        <a:lnB w="9525" cap="flat" cmpd="sng">
                          <a:solidFill>
                            <a:srgbClr val="242424"/>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grpSp>
            <p:nvGrpSpPr>
              <p:cNvPr id="23" name="Group 22">
                <a:extLst>
                  <a:ext uri="{FF2B5EF4-FFF2-40B4-BE49-F238E27FC236}">
                    <a16:creationId xmlns:a16="http://schemas.microsoft.com/office/drawing/2014/main" id="{744546CE-2EC9-735C-F6B3-4A137D102F0F}"/>
                  </a:ext>
                </a:extLst>
              </p:cNvPr>
              <p:cNvGrpSpPr/>
              <p:nvPr/>
            </p:nvGrpSpPr>
            <p:grpSpPr>
              <a:xfrm>
                <a:off x="272558" y="9198158"/>
                <a:ext cx="11002382" cy="4290745"/>
                <a:chOff x="928742" y="15582937"/>
                <a:chExt cx="9627773" cy="3356493"/>
              </a:xfrm>
            </p:grpSpPr>
            <p:sp>
              <p:nvSpPr>
                <p:cNvPr id="25" name="TextBox 24">
                  <a:extLst>
                    <a:ext uri="{FF2B5EF4-FFF2-40B4-BE49-F238E27FC236}">
                      <a16:creationId xmlns:a16="http://schemas.microsoft.com/office/drawing/2014/main" id="{A8454ACA-A266-32A3-C891-C89EAA9E01CB}"/>
                    </a:ext>
                  </a:extLst>
                </p:cNvPr>
                <p:cNvSpPr txBox="1"/>
                <p:nvPr/>
              </p:nvSpPr>
              <p:spPr>
                <a:xfrm>
                  <a:off x="5924325" y="18335237"/>
                  <a:ext cx="2668307" cy="584775"/>
                </a:xfrm>
                <a:prstGeom prst="rect">
                  <a:avLst/>
                </a:prstGeom>
                <a:noFill/>
              </p:spPr>
              <p:txBody>
                <a:bodyPr wrap="square">
                  <a:spAutoFit/>
                </a:bodyPr>
                <a:lstStyle/>
                <a:p>
                  <a:pPr algn="ctr" rtl="0">
                    <a:spcBef>
                      <a:spcPts val="0"/>
                    </a:spcBef>
                    <a:spcAft>
                      <a:spcPts val="0"/>
                    </a:spcAft>
                  </a:pPr>
                  <a:r>
                    <a:rPr lang="en-US" sz="3200" b="1" i="0" u="none" strike="noStrike" dirty="0">
                      <a:solidFill>
                        <a:srgbClr val="AD9335"/>
                      </a:solidFill>
                      <a:effectLst/>
                      <a:latin typeface="Arial" panose="020B0604020202020204" pitchFamily="34" charset="0"/>
                    </a:rPr>
                    <a:t>Transition </a:t>
                  </a:r>
                  <a:endParaRPr lang="en-US" b="0" dirty="0">
                    <a:effectLst/>
                  </a:endParaRPr>
                </a:p>
              </p:txBody>
            </p:sp>
            <p:sp>
              <p:nvSpPr>
                <p:cNvPr id="26" name="TextBox 25">
                  <a:extLst>
                    <a:ext uri="{FF2B5EF4-FFF2-40B4-BE49-F238E27FC236}">
                      <a16:creationId xmlns:a16="http://schemas.microsoft.com/office/drawing/2014/main" id="{484190F2-EFC3-A118-D2D7-FB24CCBD39B4}"/>
                    </a:ext>
                  </a:extLst>
                </p:cNvPr>
                <p:cNvSpPr txBox="1"/>
                <p:nvPr/>
              </p:nvSpPr>
              <p:spPr>
                <a:xfrm>
                  <a:off x="3615900" y="18327135"/>
                  <a:ext cx="2015164" cy="584775"/>
                </a:xfrm>
                <a:prstGeom prst="rect">
                  <a:avLst/>
                </a:prstGeom>
                <a:noFill/>
              </p:spPr>
              <p:txBody>
                <a:bodyPr wrap="square">
                  <a:spAutoFit/>
                </a:bodyPr>
                <a:lstStyle/>
                <a:p>
                  <a:pPr algn="ctr" rtl="0">
                    <a:spcBef>
                      <a:spcPts val="0"/>
                    </a:spcBef>
                    <a:spcAft>
                      <a:spcPts val="0"/>
                    </a:spcAft>
                  </a:pPr>
                  <a:r>
                    <a:rPr lang="en-US" sz="3200" b="1" i="0" u="none" strike="noStrike" dirty="0">
                      <a:solidFill>
                        <a:srgbClr val="7F7F7F"/>
                      </a:solidFill>
                      <a:effectLst/>
                      <a:latin typeface="Arial" panose="020B0604020202020204" pitchFamily="34" charset="0"/>
                    </a:rPr>
                    <a:t>Upland </a:t>
                  </a:r>
                  <a:endParaRPr lang="en-US" dirty="0"/>
                </a:p>
              </p:txBody>
            </p:sp>
            <p:sp>
              <p:nvSpPr>
                <p:cNvPr id="27" name="TextBox 26">
                  <a:extLst>
                    <a:ext uri="{FF2B5EF4-FFF2-40B4-BE49-F238E27FC236}">
                      <a16:creationId xmlns:a16="http://schemas.microsoft.com/office/drawing/2014/main" id="{E3FB73FF-BFA6-26DB-AA0A-F51D66FFA661}"/>
                    </a:ext>
                  </a:extLst>
                </p:cNvPr>
                <p:cNvSpPr txBox="1"/>
                <p:nvPr/>
              </p:nvSpPr>
              <p:spPr>
                <a:xfrm>
                  <a:off x="8346715" y="18354655"/>
                  <a:ext cx="2209800" cy="584775"/>
                </a:xfrm>
                <a:prstGeom prst="rect">
                  <a:avLst/>
                </a:prstGeom>
                <a:noFill/>
              </p:spPr>
              <p:txBody>
                <a:bodyPr wrap="square">
                  <a:spAutoFit/>
                </a:bodyPr>
                <a:lstStyle/>
                <a:p>
                  <a:pPr algn="ctr" rtl="0">
                    <a:spcBef>
                      <a:spcPts val="0"/>
                    </a:spcBef>
                    <a:spcAft>
                      <a:spcPts val="0"/>
                    </a:spcAft>
                  </a:pPr>
                  <a:r>
                    <a:rPr lang="en-US" sz="3200" b="1" i="0" u="none" strike="noStrike" dirty="0">
                      <a:solidFill>
                        <a:srgbClr val="214A2B"/>
                      </a:solidFill>
                      <a:effectLst/>
                      <a:latin typeface="Arial" panose="020B0604020202020204" pitchFamily="34" charset="0"/>
                    </a:rPr>
                    <a:t>Wetland </a:t>
                  </a:r>
                  <a:endParaRPr lang="en-US" dirty="0"/>
                </a:p>
              </p:txBody>
            </p:sp>
            <p:grpSp>
              <p:nvGrpSpPr>
                <p:cNvPr id="28" name="Group 27">
                  <a:extLst>
                    <a:ext uri="{FF2B5EF4-FFF2-40B4-BE49-F238E27FC236}">
                      <a16:creationId xmlns:a16="http://schemas.microsoft.com/office/drawing/2014/main" id="{971C545D-FDC3-D326-1EAC-5618EEB032BF}"/>
                    </a:ext>
                  </a:extLst>
                </p:cNvPr>
                <p:cNvGrpSpPr/>
                <p:nvPr/>
              </p:nvGrpSpPr>
              <p:grpSpPr>
                <a:xfrm>
                  <a:off x="928742" y="15582937"/>
                  <a:ext cx="9424200" cy="3179751"/>
                  <a:chOff x="899080" y="7578118"/>
                  <a:chExt cx="9424200" cy="3179751"/>
                </a:xfrm>
              </p:grpSpPr>
              <p:pic>
                <p:nvPicPr>
                  <p:cNvPr id="29" name="Picture 14">
                    <a:extLst>
                      <a:ext uri="{FF2B5EF4-FFF2-40B4-BE49-F238E27FC236}">
                        <a16:creationId xmlns:a16="http://schemas.microsoft.com/office/drawing/2014/main" id="{5D396374-1D6A-7D31-B4E5-8759728546F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3500" t="37555" r="55500" b="10000"/>
                  <a:stretch/>
                </p:blipFill>
                <p:spPr bwMode="auto">
                  <a:xfrm>
                    <a:off x="899080" y="7578118"/>
                    <a:ext cx="2263551" cy="317975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0" name="Picture 16">
                    <a:extLst>
                      <a:ext uri="{FF2B5EF4-FFF2-40B4-BE49-F238E27FC236}">
                        <a16:creationId xmlns:a16="http://schemas.microsoft.com/office/drawing/2014/main" id="{2E43BF24-48A1-D61A-62BA-CC3D09328484}"/>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28816" b="28777"/>
                  <a:stretch/>
                </p:blipFill>
                <p:spPr bwMode="auto">
                  <a:xfrm>
                    <a:off x="3657600" y="8315169"/>
                    <a:ext cx="6553200" cy="1851522"/>
                  </a:xfrm>
                  <a:prstGeom prst="rect">
                    <a:avLst/>
                  </a:prstGeom>
                  <a:noFill/>
                  <a:extLst>
                    <a:ext uri="{909E8E84-426E-40DD-AFC4-6F175D3DCCD1}">
                      <a14:hiddenFill xmlns:a14="http://schemas.microsoft.com/office/drawing/2010/main">
                        <a:solidFill>
                          <a:srgbClr val="FFFFFF"/>
                        </a:solidFill>
                      </a14:hiddenFill>
                    </a:ext>
                  </a:extLst>
                </p:spPr>
              </p:pic>
              <p:sp>
                <p:nvSpPr>
                  <p:cNvPr id="31" name="Isosceles Triangle 9">
                    <a:extLst>
                      <a:ext uri="{FF2B5EF4-FFF2-40B4-BE49-F238E27FC236}">
                        <a16:creationId xmlns:a16="http://schemas.microsoft.com/office/drawing/2014/main" id="{9187A6BA-BC5B-ADEA-5C80-21A90D319C6D}"/>
                      </a:ext>
                    </a:extLst>
                  </p:cNvPr>
                  <p:cNvSpPr/>
                  <p:nvPr/>
                </p:nvSpPr>
                <p:spPr>
                  <a:xfrm rot="16200000">
                    <a:off x="2022821" y="8767998"/>
                    <a:ext cx="2072359" cy="965647"/>
                  </a:xfrm>
                  <a:custGeom>
                    <a:avLst/>
                    <a:gdLst>
                      <a:gd name="connsiteX0" fmla="*/ 0 w 1858996"/>
                      <a:gd name="connsiteY0" fmla="*/ 1119526 h 1119526"/>
                      <a:gd name="connsiteX1" fmla="*/ 929498 w 1858996"/>
                      <a:gd name="connsiteY1" fmla="*/ 0 h 1119526"/>
                      <a:gd name="connsiteX2" fmla="*/ 1858996 w 1858996"/>
                      <a:gd name="connsiteY2" fmla="*/ 1119526 h 1119526"/>
                      <a:gd name="connsiteX3" fmla="*/ 0 w 1858996"/>
                      <a:gd name="connsiteY3" fmla="*/ 1119526 h 1119526"/>
                      <a:gd name="connsiteX0" fmla="*/ 0 w 1858996"/>
                      <a:gd name="connsiteY0" fmla="*/ 1081426 h 1081426"/>
                      <a:gd name="connsiteX1" fmla="*/ 1405748 w 1858996"/>
                      <a:gd name="connsiteY1" fmla="*/ 0 h 1081426"/>
                      <a:gd name="connsiteX2" fmla="*/ 1858996 w 1858996"/>
                      <a:gd name="connsiteY2" fmla="*/ 1081426 h 1081426"/>
                      <a:gd name="connsiteX3" fmla="*/ 0 w 1858996"/>
                      <a:gd name="connsiteY3" fmla="*/ 1081426 h 1081426"/>
                    </a:gdLst>
                    <a:ahLst/>
                    <a:cxnLst>
                      <a:cxn ang="0">
                        <a:pos x="connsiteX0" y="connsiteY0"/>
                      </a:cxn>
                      <a:cxn ang="0">
                        <a:pos x="connsiteX1" y="connsiteY1"/>
                      </a:cxn>
                      <a:cxn ang="0">
                        <a:pos x="connsiteX2" y="connsiteY2"/>
                      </a:cxn>
                      <a:cxn ang="0">
                        <a:pos x="connsiteX3" y="connsiteY3"/>
                      </a:cxn>
                    </a:cxnLst>
                    <a:rect l="l" t="t" r="r" b="b"/>
                    <a:pathLst>
                      <a:path w="1858996" h="1081426">
                        <a:moveTo>
                          <a:pt x="0" y="1081426"/>
                        </a:moveTo>
                        <a:lnTo>
                          <a:pt x="1405748" y="0"/>
                        </a:lnTo>
                        <a:lnTo>
                          <a:pt x="1858996" y="1081426"/>
                        </a:lnTo>
                        <a:lnTo>
                          <a:pt x="0" y="1081426"/>
                        </a:lnTo>
                        <a:close/>
                      </a:path>
                    </a:pathLst>
                  </a:custGeom>
                  <a:solidFill>
                    <a:srgbClr val="A6A6A6">
                      <a:alpha val="60000"/>
                    </a:srgb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Rectangle 1023">
                    <a:extLst>
                      <a:ext uri="{FF2B5EF4-FFF2-40B4-BE49-F238E27FC236}">
                        <a16:creationId xmlns:a16="http://schemas.microsoft.com/office/drawing/2014/main" id="{534B1453-A12C-51C2-7D42-7A9A13707632}"/>
                      </a:ext>
                    </a:extLst>
                  </p:cNvPr>
                  <p:cNvSpPr/>
                  <p:nvPr/>
                </p:nvSpPr>
                <p:spPr>
                  <a:xfrm>
                    <a:off x="3545120" y="8214640"/>
                    <a:ext cx="2007627" cy="2072359"/>
                  </a:xfrm>
                  <a:prstGeom prst="rect">
                    <a:avLst/>
                  </a:prstGeom>
                  <a:noFill/>
                  <a:ln w="57150">
                    <a:solidFill>
                      <a:srgbClr val="77746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Rectangle 1024">
                    <a:extLst>
                      <a:ext uri="{FF2B5EF4-FFF2-40B4-BE49-F238E27FC236}">
                        <a16:creationId xmlns:a16="http://schemas.microsoft.com/office/drawing/2014/main" id="{9F20B42B-9512-BB49-4F59-11A4D0326422}"/>
                      </a:ext>
                    </a:extLst>
                  </p:cNvPr>
                  <p:cNvSpPr/>
                  <p:nvPr/>
                </p:nvSpPr>
                <p:spPr>
                  <a:xfrm>
                    <a:off x="6079668" y="8214641"/>
                    <a:ext cx="2209801" cy="2072359"/>
                  </a:xfrm>
                  <a:prstGeom prst="rect">
                    <a:avLst/>
                  </a:prstGeom>
                  <a:noFill/>
                  <a:ln w="57150">
                    <a:solidFill>
                      <a:srgbClr val="AD933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Rectangle 1025">
                    <a:extLst>
                      <a:ext uri="{FF2B5EF4-FFF2-40B4-BE49-F238E27FC236}">
                        <a16:creationId xmlns:a16="http://schemas.microsoft.com/office/drawing/2014/main" id="{DE5C81FB-2A8D-A005-8B1C-169458704852}"/>
                      </a:ext>
                    </a:extLst>
                  </p:cNvPr>
                  <p:cNvSpPr/>
                  <p:nvPr/>
                </p:nvSpPr>
                <p:spPr>
                  <a:xfrm>
                    <a:off x="8516357" y="8214641"/>
                    <a:ext cx="1806923" cy="2072359"/>
                  </a:xfrm>
                  <a:prstGeom prst="rect">
                    <a:avLst/>
                  </a:prstGeom>
                  <a:noFill/>
                  <a:ln w="57150">
                    <a:solidFill>
                      <a:srgbClr val="214A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TextBox 1026">
                    <a:extLst>
                      <a:ext uri="{FF2B5EF4-FFF2-40B4-BE49-F238E27FC236}">
                        <a16:creationId xmlns:a16="http://schemas.microsoft.com/office/drawing/2014/main" id="{09B9D4B3-825A-6240-B76A-180647AC14FF}"/>
                      </a:ext>
                    </a:extLst>
                  </p:cNvPr>
                  <p:cNvSpPr txBox="1"/>
                  <p:nvPr/>
                </p:nvSpPr>
                <p:spPr>
                  <a:xfrm>
                    <a:off x="1101908" y="7662833"/>
                    <a:ext cx="1750958" cy="253253"/>
                  </a:xfrm>
                  <a:prstGeom prst="rect">
                    <a:avLst/>
                  </a:prstGeom>
                  <a:noFill/>
                </p:spPr>
                <p:txBody>
                  <a:bodyPr wrap="square" rtlCol="0">
                    <a:spAutoFit/>
                  </a:bodyPr>
                  <a:lstStyle/>
                  <a:p>
                    <a:r>
                      <a:rPr lang="en-US" sz="1800" dirty="0"/>
                      <a:t>GCReW</a:t>
                    </a:r>
                  </a:p>
                </p:txBody>
              </p:sp>
              <p:sp>
                <p:nvSpPr>
                  <p:cNvPr id="1028" name="TextBox 1027">
                    <a:extLst>
                      <a:ext uri="{FF2B5EF4-FFF2-40B4-BE49-F238E27FC236}">
                        <a16:creationId xmlns:a16="http://schemas.microsoft.com/office/drawing/2014/main" id="{21EEE5BE-6B05-FC7D-1F1A-67A39BAA5CDA}"/>
                      </a:ext>
                    </a:extLst>
                  </p:cNvPr>
                  <p:cNvSpPr txBox="1"/>
                  <p:nvPr/>
                </p:nvSpPr>
                <p:spPr>
                  <a:xfrm>
                    <a:off x="1261457" y="8174021"/>
                    <a:ext cx="1750958" cy="253253"/>
                  </a:xfrm>
                  <a:prstGeom prst="rect">
                    <a:avLst/>
                  </a:prstGeom>
                  <a:noFill/>
                </p:spPr>
                <p:txBody>
                  <a:bodyPr wrap="square" rtlCol="0">
                    <a:spAutoFit/>
                  </a:bodyPr>
                  <a:lstStyle/>
                  <a:p>
                    <a:r>
                      <a:rPr lang="en-US" sz="1800" dirty="0"/>
                      <a:t>Money Stump</a:t>
                    </a:r>
                  </a:p>
                </p:txBody>
              </p:sp>
              <p:sp>
                <p:nvSpPr>
                  <p:cNvPr id="1029" name="TextBox 1028">
                    <a:extLst>
                      <a:ext uri="{FF2B5EF4-FFF2-40B4-BE49-F238E27FC236}">
                        <a16:creationId xmlns:a16="http://schemas.microsoft.com/office/drawing/2014/main" id="{C7415B56-3138-683E-A33F-94BF1FC8C347}"/>
                      </a:ext>
                    </a:extLst>
                  </p:cNvPr>
                  <p:cNvSpPr txBox="1"/>
                  <p:nvPr/>
                </p:nvSpPr>
                <p:spPr>
                  <a:xfrm>
                    <a:off x="1778391" y="9662022"/>
                    <a:ext cx="1750958" cy="253253"/>
                  </a:xfrm>
                  <a:prstGeom prst="rect">
                    <a:avLst/>
                  </a:prstGeom>
                  <a:noFill/>
                </p:spPr>
                <p:txBody>
                  <a:bodyPr wrap="square" rtlCol="0">
                    <a:spAutoFit/>
                  </a:bodyPr>
                  <a:lstStyle/>
                  <a:p>
                    <a:r>
                      <a:rPr lang="en-US" sz="1800" dirty="0"/>
                      <a:t>Goodwin Islands</a:t>
                    </a:r>
                  </a:p>
                </p:txBody>
              </p:sp>
              <p:sp>
                <p:nvSpPr>
                  <p:cNvPr id="1030" name="TextBox 1029">
                    <a:extLst>
                      <a:ext uri="{FF2B5EF4-FFF2-40B4-BE49-F238E27FC236}">
                        <a16:creationId xmlns:a16="http://schemas.microsoft.com/office/drawing/2014/main" id="{65E00C91-BBF6-45C7-C690-D1D7A6D871AE}"/>
                      </a:ext>
                    </a:extLst>
                  </p:cNvPr>
                  <p:cNvSpPr txBox="1"/>
                  <p:nvPr/>
                </p:nvSpPr>
                <p:spPr>
                  <a:xfrm>
                    <a:off x="1014980" y="9118251"/>
                    <a:ext cx="1750958" cy="253253"/>
                  </a:xfrm>
                  <a:prstGeom prst="rect">
                    <a:avLst/>
                  </a:prstGeom>
                  <a:noFill/>
                </p:spPr>
                <p:txBody>
                  <a:bodyPr wrap="square" rtlCol="0">
                    <a:spAutoFit/>
                  </a:bodyPr>
                  <a:lstStyle/>
                  <a:p>
                    <a:r>
                      <a:rPr lang="en-US" sz="1800" dirty="0"/>
                      <a:t>Sweethall</a:t>
                    </a:r>
                  </a:p>
                </p:txBody>
              </p:sp>
            </p:grpSp>
          </p:grpSp>
        </p:grpSp>
      </p:grpSp>
      <p:sp>
        <p:nvSpPr>
          <p:cNvPr id="1033" name="Text Placeholder 3">
            <a:extLst>
              <a:ext uri="{FF2B5EF4-FFF2-40B4-BE49-F238E27FC236}">
                <a16:creationId xmlns:a16="http://schemas.microsoft.com/office/drawing/2014/main" id="{32C2827D-C730-B34A-4122-5BD22CBCDCCA}"/>
              </a:ext>
            </a:extLst>
          </p:cNvPr>
          <p:cNvSpPr txBox="1">
            <a:spLocks/>
          </p:cNvSpPr>
          <p:nvPr/>
        </p:nvSpPr>
        <p:spPr>
          <a:xfrm>
            <a:off x="18166504" y="29641484"/>
            <a:ext cx="15894896" cy="3358873"/>
          </a:xfrm>
          <a:prstGeom prst="rect">
            <a:avLst/>
          </a:prstGeom>
          <a:ln>
            <a:noFill/>
          </a:ln>
        </p:spPr>
        <p:txBody>
          <a:bodyPr/>
          <a:lstStyle>
            <a:lvl1pPr marL="0" indent="0" algn="l" defTabSz="1654622" rtl="0" eaLnBrk="1" latinLnBrk="0" hangingPunct="1">
              <a:spcBef>
                <a:spcPct val="20000"/>
              </a:spcBef>
              <a:buFont typeface="Arial" pitchFamily="34" charset="0"/>
              <a:buNone/>
              <a:defRPr lang="en-US" sz="2850" kern="1200" dirty="0">
                <a:solidFill>
                  <a:schemeClr val="tx1"/>
                </a:solidFill>
                <a:latin typeface="Arial" panose="020B0604020202020204" pitchFamily="34" charset="0"/>
                <a:ea typeface="+mn-ea"/>
                <a:cs typeface="Arial" panose="020B0604020202020204" pitchFamily="34" charset="0"/>
              </a:defRPr>
            </a:lvl1pPr>
            <a:lvl2pPr marL="1344381" indent="-517070" algn="l" defTabSz="1654622" rtl="0" eaLnBrk="1" latinLnBrk="0" hangingPunct="1">
              <a:spcBef>
                <a:spcPct val="20000"/>
              </a:spcBef>
              <a:buFont typeface="Arial" pitchFamily="34" charset="0"/>
              <a:buChar char="–"/>
              <a:defRPr sz="5067" kern="1200">
                <a:solidFill>
                  <a:schemeClr val="tx1"/>
                </a:solidFill>
                <a:latin typeface="+mn-lt"/>
                <a:ea typeface="+mn-ea"/>
                <a:cs typeface="+mn-cs"/>
              </a:defRPr>
            </a:lvl2pPr>
            <a:lvl3pPr marL="2068278" indent="-413656" algn="l" defTabSz="1654622" rtl="0" eaLnBrk="1" latinLnBrk="0" hangingPunct="1">
              <a:spcBef>
                <a:spcPct val="20000"/>
              </a:spcBef>
              <a:buFont typeface="Arial" pitchFamily="34" charset="0"/>
              <a:buChar char="•"/>
              <a:defRPr sz="4328" kern="1200">
                <a:solidFill>
                  <a:schemeClr val="tx1"/>
                </a:solidFill>
                <a:latin typeface="+mn-lt"/>
                <a:ea typeface="+mn-ea"/>
                <a:cs typeface="+mn-cs"/>
              </a:defRPr>
            </a:lvl3pPr>
            <a:lvl4pPr marL="289559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4pPr>
            <a:lvl5pPr marL="372290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5pPr>
            <a:lvl6pPr marL="455021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6pPr>
            <a:lvl7pPr marL="537752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7pPr>
            <a:lvl8pPr marL="6204835"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8pPr>
            <a:lvl9pPr marL="7032146"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9pPr>
          </a:lstStyle>
          <a:p>
            <a:r>
              <a:rPr lang="en-US" sz="3600" b="1" dirty="0">
                <a:solidFill>
                  <a:srgbClr val="75BFE2"/>
                </a:solidFill>
              </a:rPr>
              <a:t>Take-home messages</a:t>
            </a:r>
            <a:endParaRPr lang="en-US" sz="3600" b="1" dirty="0"/>
          </a:p>
          <a:p>
            <a:pPr marL="457200" indent="-457200">
              <a:buFont typeface="Arial" pitchFamily="34" charset="0"/>
              <a:buChar char="•"/>
            </a:pPr>
            <a:r>
              <a:rPr lang="en-US" sz="2800" dirty="0"/>
              <a:t>Sulfate, a redox-sensitive element, varies across depth and seasonally, although this effect differs across the </a:t>
            </a:r>
            <a:r>
              <a:rPr lang="en-US" sz="2800" dirty="0">
                <a:solidFill>
                  <a:srgbClr val="000000"/>
                </a:solidFill>
              </a:rPr>
              <a:t>coastal terrestrial aquatic interface</a:t>
            </a:r>
            <a:r>
              <a:rPr lang="en-US" sz="2800" dirty="0"/>
              <a:t>. </a:t>
            </a:r>
          </a:p>
          <a:p>
            <a:pPr marL="457200" indent="-457200">
              <a:buFont typeface="Arial" pitchFamily="34" charset="0"/>
              <a:buChar char="•"/>
            </a:pPr>
            <a:r>
              <a:rPr lang="en-US" sz="2800" dirty="0"/>
              <a:t>Sulfate was positively correlated with indicators of soil saturation. </a:t>
            </a:r>
          </a:p>
          <a:p>
            <a:pPr marL="457200" indent="-457200">
              <a:buFont typeface="Arial" pitchFamily="34" charset="0"/>
              <a:buChar char="•"/>
            </a:pPr>
            <a:r>
              <a:rPr lang="en-US" sz="2800" dirty="0"/>
              <a:t>In the future, we can examine the sulfate-depth relationship to determine if there are patterns that explain its variability across sites and zones. </a:t>
            </a:r>
          </a:p>
        </p:txBody>
      </p:sp>
      <p:sp>
        <p:nvSpPr>
          <p:cNvPr id="1034" name="Text Placeholder 3">
            <a:extLst>
              <a:ext uri="{FF2B5EF4-FFF2-40B4-BE49-F238E27FC236}">
                <a16:creationId xmlns:a16="http://schemas.microsoft.com/office/drawing/2014/main" id="{3B019716-EAFE-3F05-01D8-F3689D302ED2}"/>
              </a:ext>
            </a:extLst>
          </p:cNvPr>
          <p:cNvSpPr txBox="1">
            <a:spLocks/>
          </p:cNvSpPr>
          <p:nvPr/>
        </p:nvSpPr>
        <p:spPr>
          <a:xfrm>
            <a:off x="1270093" y="15559881"/>
            <a:ext cx="15429360" cy="8155030"/>
          </a:xfrm>
          <a:prstGeom prst="rect">
            <a:avLst/>
          </a:prstGeom>
          <a:ln>
            <a:noFill/>
          </a:ln>
        </p:spPr>
        <p:txBody>
          <a:bodyPr/>
          <a:lstStyle>
            <a:lvl1pPr marL="0" indent="0" algn="l" defTabSz="1654622" rtl="0" eaLnBrk="1" latinLnBrk="0" hangingPunct="1">
              <a:spcBef>
                <a:spcPct val="20000"/>
              </a:spcBef>
              <a:buFont typeface="Arial" pitchFamily="34" charset="0"/>
              <a:buNone/>
              <a:defRPr lang="en-US" sz="2850" kern="1200" dirty="0">
                <a:solidFill>
                  <a:schemeClr val="tx1"/>
                </a:solidFill>
                <a:latin typeface="Arial" panose="020B0604020202020204" pitchFamily="34" charset="0"/>
                <a:ea typeface="+mn-ea"/>
                <a:cs typeface="Arial" panose="020B0604020202020204" pitchFamily="34" charset="0"/>
              </a:defRPr>
            </a:lvl1pPr>
            <a:lvl2pPr marL="1344381" indent="-517070" algn="l" defTabSz="1654622" rtl="0" eaLnBrk="1" latinLnBrk="0" hangingPunct="1">
              <a:spcBef>
                <a:spcPct val="20000"/>
              </a:spcBef>
              <a:buFont typeface="Arial" pitchFamily="34" charset="0"/>
              <a:buChar char="–"/>
              <a:defRPr sz="5067" kern="1200">
                <a:solidFill>
                  <a:schemeClr val="tx1"/>
                </a:solidFill>
                <a:latin typeface="+mn-lt"/>
                <a:ea typeface="+mn-ea"/>
                <a:cs typeface="+mn-cs"/>
              </a:defRPr>
            </a:lvl2pPr>
            <a:lvl3pPr marL="2068278" indent="-413656" algn="l" defTabSz="1654622" rtl="0" eaLnBrk="1" latinLnBrk="0" hangingPunct="1">
              <a:spcBef>
                <a:spcPct val="20000"/>
              </a:spcBef>
              <a:buFont typeface="Arial" pitchFamily="34" charset="0"/>
              <a:buChar char="•"/>
              <a:defRPr sz="4328" kern="1200">
                <a:solidFill>
                  <a:schemeClr val="tx1"/>
                </a:solidFill>
                <a:latin typeface="+mn-lt"/>
                <a:ea typeface="+mn-ea"/>
                <a:cs typeface="+mn-cs"/>
              </a:defRPr>
            </a:lvl3pPr>
            <a:lvl4pPr marL="289559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4pPr>
            <a:lvl5pPr marL="372290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5pPr>
            <a:lvl6pPr marL="455021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6pPr>
            <a:lvl7pPr marL="537752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7pPr>
            <a:lvl8pPr marL="6204835"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8pPr>
            <a:lvl9pPr marL="7032146"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9pPr>
          </a:lstStyle>
          <a:p>
            <a:r>
              <a:rPr lang="en-US" sz="3600" b="1" dirty="0">
                <a:solidFill>
                  <a:srgbClr val="75BFE2"/>
                </a:solidFill>
              </a:rPr>
              <a:t>Porewater Sulfate</a:t>
            </a:r>
          </a:p>
          <a:p>
            <a:pPr marL="457200" indent="-457200">
              <a:buFont typeface="Arial" panose="020B0604020202020204" pitchFamily="34" charset="0"/>
              <a:buChar char="•"/>
            </a:pPr>
            <a:r>
              <a:rPr lang="en-US" sz="2800" dirty="0"/>
              <a:t>Porewater was analyzed for Sulfate (SO</a:t>
            </a:r>
            <a:r>
              <a:rPr lang="en-US" sz="2800" baseline="-25000" dirty="0"/>
              <a:t>4</a:t>
            </a:r>
            <a:r>
              <a:rPr lang="en-US" sz="2800" baseline="30000" dirty="0"/>
              <a:t>2-</a:t>
            </a:r>
            <a:r>
              <a:rPr lang="en-US" sz="2800" dirty="0"/>
              <a:t>) in 2,293 samples</a:t>
            </a:r>
          </a:p>
          <a:p>
            <a:pPr marL="457200" indent="-457200">
              <a:buFont typeface="Arial" panose="020B0604020202020204" pitchFamily="34" charset="0"/>
              <a:buChar char="•"/>
            </a:pPr>
            <a:r>
              <a:rPr lang="en-US" sz="2800" dirty="0"/>
              <a:t>Sulfate increased from upland forest through transition zones to the wetland</a:t>
            </a:r>
          </a:p>
          <a:p>
            <a:pPr marL="457200" indent="-457200">
              <a:buFont typeface="Arial" panose="020B0604020202020204" pitchFamily="34" charset="0"/>
              <a:buChar char="•"/>
            </a:pPr>
            <a:r>
              <a:rPr lang="en-US" sz="2800" dirty="0"/>
              <a:t>Sulfate also increased from </a:t>
            </a:r>
            <a:r>
              <a:rPr lang="en-US" sz="2800" dirty="0" err="1"/>
              <a:t>Sweethall</a:t>
            </a:r>
            <a:r>
              <a:rPr lang="en-US" sz="2800" dirty="0"/>
              <a:t> site (oligohaline) to Goodwin Islands site (</a:t>
            </a:r>
            <a:r>
              <a:rPr lang="en-US" sz="2800" dirty="0" err="1"/>
              <a:t>polyhaline</a:t>
            </a:r>
            <a:r>
              <a:rPr lang="en-US" sz="2800" dirty="0"/>
              <a:t>). </a:t>
            </a:r>
          </a:p>
          <a:p>
            <a:pPr marL="457200" indent="-457200">
              <a:buFont typeface="Arial" panose="020B0604020202020204" pitchFamily="34" charset="0"/>
              <a:buChar char="•"/>
            </a:pPr>
            <a:r>
              <a:rPr lang="en-US" sz="2800" dirty="0"/>
              <a:t>Surface water was a source of sulfate into these ecosystems. </a:t>
            </a:r>
          </a:p>
          <a:p>
            <a:pPr marL="457200" indent="-457200">
              <a:buFont typeface="Arial" panose="020B0604020202020204" pitchFamily="34" charset="0"/>
              <a:buChar char="•"/>
            </a:pPr>
            <a:endParaRPr lang="en-US" sz="3200" dirty="0"/>
          </a:p>
          <a:p>
            <a:pPr marL="457200" indent="-457200">
              <a:buFont typeface="Arial" panose="020B0604020202020204" pitchFamily="34" charset="0"/>
              <a:buChar char="•"/>
            </a:pPr>
            <a:endParaRPr lang="en-US" dirty="0"/>
          </a:p>
        </p:txBody>
      </p:sp>
      <p:sp>
        <p:nvSpPr>
          <p:cNvPr id="1035" name="Text Placeholder 3">
            <a:extLst>
              <a:ext uri="{FF2B5EF4-FFF2-40B4-BE49-F238E27FC236}">
                <a16:creationId xmlns:a16="http://schemas.microsoft.com/office/drawing/2014/main" id="{8DA61A9E-9FD6-923F-C6C1-69FD27ACDB80}"/>
              </a:ext>
            </a:extLst>
          </p:cNvPr>
          <p:cNvSpPr txBox="1">
            <a:spLocks/>
          </p:cNvSpPr>
          <p:nvPr/>
        </p:nvSpPr>
        <p:spPr>
          <a:xfrm>
            <a:off x="17997666" y="5021924"/>
            <a:ext cx="15939643" cy="3198984"/>
          </a:xfrm>
          <a:prstGeom prst="rect">
            <a:avLst/>
          </a:prstGeom>
          <a:ln>
            <a:noFill/>
          </a:ln>
        </p:spPr>
        <p:txBody>
          <a:bodyPr/>
          <a:lstStyle>
            <a:lvl1pPr marL="0" indent="0" algn="l" defTabSz="1654622" rtl="0" eaLnBrk="1" latinLnBrk="0" hangingPunct="1">
              <a:spcBef>
                <a:spcPct val="20000"/>
              </a:spcBef>
              <a:buFont typeface="Arial" pitchFamily="34" charset="0"/>
              <a:buNone/>
              <a:defRPr lang="en-US" sz="2850" kern="1200" dirty="0">
                <a:solidFill>
                  <a:schemeClr val="tx1"/>
                </a:solidFill>
                <a:latin typeface="Arial" panose="020B0604020202020204" pitchFamily="34" charset="0"/>
                <a:ea typeface="+mn-ea"/>
                <a:cs typeface="Arial" panose="020B0604020202020204" pitchFamily="34" charset="0"/>
              </a:defRPr>
            </a:lvl1pPr>
            <a:lvl2pPr marL="1344381" indent="-517070" algn="l" defTabSz="1654622" rtl="0" eaLnBrk="1" latinLnBrk="0" hangingPunct="1">
              <a:spcBef>
                <a:spcPct val="20000"/>
              </a:spcBef>
              <a:buFont typeface="Arial" pitchFamily="34" charset="0"/>
              <a:buChar char="–"/>
              <a:defRPr sz="5067" kern="1200">
                <a:solidFill>
                  <a:schemeClr val="tx1"/>
                </a:solidFill>
                <a:latin typeface="+mn-lt"/>
                <a:ea typeface="+mn-ea"/>
                <a:cs typeface="+mn-cs"/>
              </a:defRPr>
            </a:lvl2pPr>
            <a:lvl3pPr marL="2068278" indent="-413656" algn="l" defTabSz="1654622" rtl="0" eaLnBrk="1" latinLnBrk="0" hangingPunct="1">
              <a:spcBef>
                <a:spcPct val="20000"/>
              </a:spcBef>
              <a:buFont typeface="Arial" pitchFamily="34" charset="0"/>
              <a:buChar char="•"/>
              <a:defRPr sz="4328" kern="1200">
                <a:solidFill>
                  <a:schemeClr val="tx1"/>
                </a:solidFill>
                <a:latin typeface="+mn-lt"/>
                <a:ea typeface="+mn-ea"/>
                <a:cs typeface="+mn-cs"/>
              </a:defRPr>
            </a:lvl3pPr>
            <a:lvl4pPr marL="289559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4pPr>
            <a:lvl5pPr marL="372290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5pPr>
            <a:lvl6pPr marL="455021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6pPr>
            <a:lvl7pPr marL="537752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7pPr>
            <a:lvl8pPr marL="6204835"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8pPr>
            <a:lvl9pPr marL="7032146"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9pPr>
          </a:lstStyle>
          <a:p>
            <a:r>
              <a:rPr lang="en-US" sz="3600" b="1" dirty="0">
                <a:solidFill>
                  <a:srgbClr val="75BFE2"/>
                </a:solidFill>
              </a:rPr>
              <a:t>Environmental variables</a:t>
            </a:r>
            <a:endParaRPr lang="en-US" b="1" dirty="0"/>
          </a:p>
          <a:p>
            <a:pPr marL="457200" indent="-457200">
              <a:buFont typeface="Arial" pitchFamily="34" charset="0"/>
              <a:buChar char="•"/>
            </a:pPr>
            <a:r>
              <a:rPr lang="en-US" sz="2800" dirty="0"/>
              <a:t>Sulfate increases with increasing groundwater salinity, groundwater water level, soil electrical conductivity, and soil volumetric water content. </a:t>
            </a:r>
          </a:p>
          <a:p>
            <a:pPr marL="457200" indent="-457200">
              <a:buFont typeface="Arial" pitchFamily="34" charset="0"/>
              <a:buChar char="•"/>
            </a:pPr>
            <a:r>
              <a:rPr lang="en-US" sz="2800" dirty="0"/>
              <a:t>Soil electrical conductivity and soil volumetric water content were measured at 10 cm, but are positively correlated with sulfate at all depths, indicating the 10 cm profile may be influencing or indicative of processes occurring deeper in the soil. </a:t>
            </a:r>
          </a:p>
        </p:txBody>
      </p:sp>
      <p:sp>
        <p:nvSpPr>
          <p:cNvPr id="7" name="Text Placeholder 3">
            <a:extLst>
              <a:ext uri="{FF2B5EF4-FFF2-40B4-BE49-F238E27FC236}">
                <a16:creationId xmlns:a16="http://schemas.microsoft.com/office/drawing/2014/main" id="{B580F8D7-E067-282C-0BEF-1FA899DCFD3B}"/>
              </a:ext>
            </a:extLst>
          </p:cNvPr>
          <p:cNvSpPr txBox="1">
            <a:spLocks/>
          </p:cNvSpPr>
          <p:nvPr/>
        </p:nvSpPr>
        <p:spPr>
          <a:xfrm>
            <a:off x="888614" y="24794643"/>
            <a:ext cx="15095898" cy="2423838"/>
          </a:xfrm>
          <a:prstGeom prst="rect">
            <a:avLst/>
          </a:prstGeom>
          <a:ln>
            <a:noFill/>
          </a:ln>
        </p:spPr>
        <p:txBody>
          <a:bodyPr/>
          <a:lstStyle>
            <a:lvl1pPr marL="0" indent="0" algn="l" defTabSz="1654622" rtl="0" eaLnBrk="1" latinLnBrk="0" hangingPunct="1">
              <a:spcBef>
                <a:spcPct val="20000"/>
              </a:spcBef>
              <a:buFont typeface="Arial" pitchFamily="34" charset="0"/>
              <a:buNone/>
              <a:defRPr lang="en-US" sz="2850" kern="1200" dirty="0">
                <a:solidFill>
                  <a:schemeClr val="tx1"/>
                </a:solidFill>
                <a:latin typeface="Arial" panose="020B0604020202020204" pitchFamily="34" charset="0"/>
                <a:ea typeface="+mn-ea"/>
                <a:cs typeface="Arial" panose="020B0604020202020204" pitchFamily="34" charset="0"/>
              </a:defRPr>
            </a:lvl1pPr>
            <a:lvl2pPr marL="1344381" indent="-517070" algn="l" defTabSz="1654622" rtl="0" eaLnBrk="1" latinLnBrk="0" hangingPunct="1">
              <a:spcBef>
                <a:spcPct val="20000"/>
              </a:spcBef>
              <a:buFont typeface="Arial" pitchFamily="34" charset="0"/>
              <a:buChar char="–"/>
              <a:defRPr sz="5067" kern="1200">
                <a:solidFill>
                  <a:schemeClr val="tx1"/>
                </a:solidFill>
                <a:latin typeface="+mn-lt"/>
                <a:ea typeface="+mn-ea"/>
                <a:cs typeface="+mn-cs"/>
              </a:defRPr>
            </a:lvl2pPr>
            <a:lvl3pPr marL="2068278" indent="-413656" algn="l" defTabSz="1654622" rtl="0" eaLnBrk="1" latinLnBrk="0" hangingPunct="1">
              <a:spcBef>
                <a:spcPct val="20000"/>
              </a:spcBef>
              <a:buFont typeface="Arial" pitchFamily="34" charset="0"/>
              <a:buChar char="•"/>
              <a:defRPr sz="4328" kern="1200">
                <a:solidFill>
                  <a:schemeClr val="tx1"/>
                </a:solidFill>
                <a:latin typeface="+mn-lt"/>
                <a:ea typeface="+mn-ea"/>
                <a:cs typeface="+mn-cs"/>
              </a:defRPr>
            </a:lvl3pPr>
            <a:lvl4pPr marL="289559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4pPr>
            <a:lvl5pPr marL="3722900"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5pPr>
            <a:lvl6pPr marL="455021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6pPr>
            <a:lvl7pPr marL="5377522"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7pPr>
            <a:lvl8pPr marL="6204835"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8pPr>
            <a:lvl9pPr marL="7032146" indent="-413656" algn="l" defTabSz="1654622" rtl="0" eaLnBrk="1" latinLnBrk="0" hangingPunct="1">
              <a:spcBef>
                <a:spcPct val="20000"/>
              </a:spcBef>
              <a:buFont typeface="Arial" pitchFamily="34" charset="0"/>
              <a:buChar char="•"/>
              <a:defRPr sz="3695" kern="1200">
                <a:solidFill>
                  <a:schemeClr val="tx1"/>
                </a:solidFill>
                <a:latin typeface="+mn-lt"/>
                <a:ea typeface="+mn-ea"/>
                <a:cs typeface="+mn-cs"/>
              </a:defRPr>
            </a:lvl9pPr>
          </a:lstStyle>
          <a:p>
            <a:r>
              <a:rPr lang="en-US" sz="3600" b="1" dirty="0">
                <a:solidFill>
                  <a:srgbClr val="75BFE2"/>
                </a:solidFill>
              </a:rPr>
              <a:t>Depth</a:t>
            </a:r>
            <a:endParaRPr lang="en-US" sz="3600" dirty="0"/>
          </a:p>
          <a:p>
            <a:pPr marL="688975" lvl="1"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Porewater was sampled at three soil depths: 10, 20, and 45 cm</a:t>
            </a:r>
          </a:p>
          <a:p>
            <a:pPr marL="688975" lvl="1"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Sulfate concentration changes by depth, but this effect differs across site and zone. </a:t>
            </a:r>
            <a:endParaRPr lang="en-US" sz="2800" dirty="0"/>
          </a:p>
        </p:txBody>
      </p:sp>
      <p:cxnSp>
        <p:nvCxnSpPr>
          <p:cNvPr id="21" name="Straight Connector 20">
            <a:extLst>
              <a:ext uri="{FF2B5EF4-FFF2-40B4-BE49-F238E27FC236}">
                <a16:creationId xmlns:a16="http://schemas.microsoft.com/office/drawing/2014/main" id="{4DACE8AF-5A3B-350F-CBBD-990A9C27B8D4}"/>
              </a:ext>
            </a:extLst>
          </p:cNvPr>
          <p:cNvCxnSpPr>
            <a:cxnSpLocks/>
          </p:cNvCxnSpPr>
          <p:nvPr/>
        </p:nvCxnSpPr>
        <p:spPr>
          <a:xfrm>
            <a:off x="884878" y="24703881"/>
            <a:ext cx="15888785" cy="0"/>
          </a:xfrm>
          <a:prstGeom prst="line">
            <a:avLst/>
          </a:prstGeom>
          <a:ln>
            <a:solidFill>
              <a:srgbClr val="75BFE2"/>
            </a:solidFill>
          </a:ln>
        </p:spPr>
        <p:style>
          <a:lnRef idx="1">
            <a:schemeClr val="accent1"/>
          </a:lnRef>
          <a:fillRef idx="0">
            <a:schemeClr val="accent1"/>
          </a:fillRef>
          <a:effectRef idx="0">
            <a:schemeClr val="accent1"/>
          </a:effectRef>
          <a:fontRef idx="minor">
            <a:schemeClr val="tx1"/>
          </a:fontRef>
        </p:style>
      </p:cxnSp>
      <p:pic>
        <p:nvPicPr>
          <p:cNvPr id="1085" name="Picture 1084" descr="A graph of different colored lines&#10;&#10;AI-generated content may be incorrect.">
            <a:extLst>
              <a:ext uri="{FF2B5EF4-FFF2-40B4-BE49-F238E27FC236}">
                <a16:creationId xmlns:a16="http://schemas.microsoft.com/office/drawing/2014/main" id="{9E2D53CD-2078-3011-EB8F-F1979C9B3B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8559" y="26620977"/>
            <a:ext cx="16459233" cy="5029210"/>
          </a:xfrm>
          <a:prstGeom prst="rect">
            <a:avLst/>
          </a:prstGeom>
        </p:spPr>
      </p:pic>
      <p:cxnSp>
        <p:nvCxnSpPr>
          <p:cNvPr id="1153" name="Straight Connector 1152">
            <a:extLst>
              <a:ext uri="{FF2B5EF4-FFF2-40B4-BE49-F238E27FC236}">
                <a16:creationId xmlns:a16="http://schemas.microsoft.com/office/drawing/2014/main" id="{97023737-8601-FC9D-4EB3-9D4BDD82A70B}"/>
              </a:ext>
            </a:extLst>
          </p:cNvPr>
          <p:cNvCxnSpPr>
            <a:cxnSpLocks/>
          </p:cNvCxnSpPr>
          <p:nvPr/>
        </p:nvCxnSpPr>
        <p:spPr>
          <a:xfrm>
            <a:off x="21259800" y="20296787"/>
            <a:ext cx="0" cy="316148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55" name="Straight Connector 1154">
            <a:extLst>
              <a:ext uri="{FF2B5EF4-FFF2-40B4-BE49-F238E27FC236}">
                <a16:creationId xmlns:a16="http://schemas.microsoft.com/office/drawing/2014/main" id="{D22E7658-25E7-875B-2A7C-98181F760FCC}"/>
              </a:ext>
            </a:extLst>
          </p:cNvPr>
          <p:cNvCxnSpPr>
            <a:cxnSpLocks/>
          </p:cNvCxnSpPr>
          <p:nvPr/>
        </p:nvCxnSpPr>
        <p:spPr>
          <a:xfrm>
            <a:off x="24460200" y="20337022"/>
            <a:ext cx="0" cy="316148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56" name="Straight Connector 1155">
            <a:extLst>
              <a:ext uri="{FF2B5EF4-FFF2-40B4-BE49-F238E27FC236}">
                <a16:creationId xmlns:a16="http://schemas.microsoft.com/office/drawing/2014/main" id="{71207B30-912B-A3BF-2792-95A75483F7C4}"/>
              </a:ext>
            </a:extLst>
          </p:cNvPr>
          <p:cNvCxnSpPr>
            <a:cxnSpLocks/>
          </p:cNvCxnSpPr>
          <p:nvPr/>
        </p:nvCxnSpPr>
        <p:spPr>
          <a:xfrm>
            <a:off x="28575000" y="20337021"/>
            <a:ext cx="0" cy="316148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57" name="Straight Connector 1156">
            <a:extLst>
              <a:ext uri="{FF2B5EF4-FFF2-40B4-BE49-F238E27FC236}">
                <a16:creationId xmlns:a16="http://schemas.microsoft.com/office/drawing/2014/main" id="{1B53D83A-DA2A-1A3A-49BA-FD8B43BBF196}"/>
              </a:ext>
            </a:extLst>
          </p:cNvPr>
          <p:cNvCxnSpPr>
            <a:cxnSpLocks/>
          </p:cNvCxnSpPr>
          <p:nvPr/>
        </p:nvCxnSpPr>
        <p:spPr>
          <a:xfrm>
            <a:off x="31165800" y="20337020"/>
            <a:ext cx="0" cy="316148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58" name="Straight Connector 1157">
            <a:extLst>
              <a:ext uri="{FF2B5EF4-FFF2-40B4-BE49-F238E27FC236}">
                <a16:creationId xmlns:a16="http://schemas.microsoft.com/office/drawing/2014/main" id="{B042B901-F7DC-6CC1-DA5E-40DBCE3E1F44}"/>
              </a:ext>
            </a:extLst>
          </p:cNvPr>
          <p:cNvCxnSpPr>
            <a:cxnSpLocks/>
          </p:cNvCxnSpPr>
          <p:nvPr/>
        </p:nvCxnSpPr>
        <p:spPr>
          <a:xfrm>
            <a:off x="32842200" y="20337020"/>
            <a:ext cx="0" cy="316148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59" name="Straight Connector 1158">
            <a:extLst>
              <a:ext uri="{FF2B5EF4-FFF2-40B4-BE49-F238E27FC236}">
                <a16:creationId xmlns:a16="http://schemas.microsoft.com/office/drawing/2014/main" id="{98CCA81A-4AA7-779E-32DB-8D5DD3A28ADA}"/>
              </a:ext>
            </a:extLst>
          </p:cNvPr>
          <p:cNvCxnSpPr>
            <a:cxnSpLocks/>
          </p:cNvCxnSpPr>
          <p:nvPr/>
        </p:nvCxnSpPr>
        <p:spPr>
          <a:xfrm>
            <a:off x="20574000" y="24906072"/>
            <a:ext cx="0" cy="320040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61" name="Straight Connector 1160">
            <a:extLst>
              <a:ext uri="{FF2B5EF4-FFF2-40B4-BE49-F238E27FC236}">
                <a16:creationId xmlns:a16="http://schemas.microsoft.com/office/drawing/2014/main" id="{540DF6D4-A68C-97EB-C8BB-327264741918}"/>
              </a:ext>
            </a:extLst>
          </p:cNvPr>
          <p:cNvCxnSpPr>
            <a:cxnSpLocks/>
          </p:cNvCxnSpPr>
          <p:nvPr/>
        </p:nvCxnSpPr>
        <p:spPr>
          <a:xfrm>
            <a:off x="23317200" y="24906071"/>
            <a:ext cx="0" cy="320040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64" name="Straight Connector 1163">
            <a:extLst>
              <a:ext uri="{FF2B5EF4-FFF2-40B4-BE49-F238E27FC236}">
                <a16:creationId xmlns:a16="http://schemas.microsoft.com/office/drawing/2014/main" id="{C1C2D409-31AA-3975-1A82-0B67F72752C7}"/>
              </a:ext>
            </a:extLst>
          </p:cNvPr>
          <p:cNvCxnSpPr>
            <a:cxnSpLocks/>
          </p:cNvCxnSpPr>
          <p:nvPr/>
        </p:nvCxnSpPr>
        <p:spPr>
          <a:xfrm>
            <a:off x="24688800" y="24906071"/>
            <a:ext cx="0" cy="320040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67" name="Straight Connector 1166">
            <a:extLst>
              <a:ext uri="{FF2B5EF4-FFF2-40B4-BE49-F238E27FC236}">
                <a16:creationId xmlns:a16="http://schemas.microsoft.com/office/drawing/2014/main" id="{C00AC114-218F-BAA8-017C-E4B441A237EC}"/>
              </a:ext>
            </a:extLst>
          </p:cNvPr>
          <p:cNvCxnSpPr>
            <a:cxnSpLocks/>
          </p:cNvCxnSpPr>
          <p:nvPr/>
        </p:nvCxnSpPr>
        <p:spPr>
          <a:xfrm>
            <a:off x="28651200" y="24906071"/>
            <a:ext cx="0" cy="320040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68" name="Straight Connector 1167">
            <a:extLst>
              <a:ext uri="{FF2B5EF4-FFF2-40B4-BE49-F238E27FC236}">
                <a16:creationId xmlns:a16="http://schemas.microsoft.com/office/drawing/2014/main" id="{BA109AE9-65DD-8A29-4B76-51A52C077778}"/>
              </a:ext>
            </a:extLst>
          </p:cNvPr>
          <p:cNvCxnSpPr>
            <a:cxnSpLocks/>
          </p:cNvCxnSpPr>
          <p:nvPr/>
        </p:nvCxnSpPr>
        <p:spPr>
          <a:xfrm>
            <a:off x="31394400" y="24906071"/>
            <a:ext cx="0" cy="320040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169" name="Straight Connector 1168">
            <a:extLst>
              <a:ext uri="{FF2B5EF4-FFF2-40B4-BE49-F238E27FC236}">
                <a16:creationId xmlns:a16="http://schemas.microsoft.com/office/drawing/2014/main" id="{BC6DBC99-57E5-A3C2-FA3D-D7BF95FDBC1C}"/>
              </a:ext>
            </a:extLst>
          </p:cNvPr>
          <p:cNvCxnSpPr>
            <a:cxnSpLocks/>
          </p:cNvCxnSpPr>
          <p:nvPr/>
        </p:nvCxnSpPr>
        <p:spPr>
          <a:xfrm>
            <a:off x="32766000" y="24906071"/>
            <a:ext cx="0" cy="3200401"/>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174" name="Picture 1173" descr="A graph of different types of water levels&#10;&#10;AI-generated content may be incorrect.">
            <a:extLst>
              <a:ext uri="{FF2B5EF4-FFF2-40B4-BE49-F238E27FC236}">
                <a16:creationId xmlns:a16="http://schemas.microsoft.com/office/drawing/2014/main" id="{75BF8206-810D-06F7-F805-252C6EE25DD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737870" y="8107663"/>
            <a:ext cx="16459233" cy="8229616"/>
          </a:xfrm>
          <a:prstGeom prst="rect">
            <a:avLst/>
          </a:prstGeom>
        </p:spPr>
      </p:pic>
    </p:spTree>
    <p:extLst>
      <p:ext uri="{BB962C8B-B14F-4D97-AF65-F5344CB8AC3E}">
        <p14:creationId xmlns:p14="http://schemas.microsoft.com/office/powerpoint/2010/main" val="2005456116"/>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13349</TotalTime>
  <Words>478</Words>
  <Application>Microsoft Office PowerPoint</Application>
  <PresentationFormat>Custom</PresentationFormat>
  <Paragraphs>48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Narrow</vt:lpstr>
      <vt:lpstr>Calibri</vt:lpstr>
      <vt:lpstr>Office Theme</vt:lpstr>
      <vt:lpstr>Porewater sulfate varies spatially and temporally across the coastal terrestrial aquatic interface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Read, Zoe</cp:lastModifiedBy>
  <cp:revision>52</cp:revision>
  <dcterms:created xsi:type="dcterms:W3CDTF">2012-11-30T02:20:55Z</dcterms:created>
  <dcterms:modified xsi:type="dcterms:W3CDTF">2026-03-13T20:01:30Z</dcterms:modified>
</cp:coreProperties>
</file>