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7788D4F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34747200" cy="35386963"/>
  <p:notesSz cx="6858000" cy="9144000"/>
  <p:defaultTextStyle>
    <a:defPPr>
      <a:defRPr lang="en-US"/>
    </a:defPPr>
    <a:lvl1pPr marL="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1pPr>
    <a:lvl2pPr marL="100182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2pPr>
    <a:lvl3pPr marL="200365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3pPr>
    <a:lvl4pPr marL="3005483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4pPr>
    <a:lvl5pPr marL="400731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5pPr>
    <a:lvl6pPr marL="500913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6pPr>
    <a:lvl7pPr marL="601096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7pPr>
    <a:lvl8pPr marL="7012791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8pPr>
    <a:lvl9pPr marL="8014618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46" userDrawn="1">
          <p15:clr>
            <a:srgbClr val="A4A3A4"/>
          </p15:clr>
        </p15:guide>
        <p15:guide id="2" pos="109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137B73-C207-1407-898B-797CE70D2312}" name="Read, Zoe" initials="ZR" userId="S::ReadZ@SI.EDU::b08cd0fd-26d2-470b-8ec0-c6e6cb2a79b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FE2"/>
    <a:srgbClr val="4197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2716F6-75B8-4E39-A6D4-7E66C823071B}" v="66" dt="2026-03-13T15:58:09.7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479" autoAdjust="0"/>
    <p:restoredTop sz="85775" autoAdjust="0"/>
  </p:normalViewPr>
  <p:slideViewPr>
    <p:cSldViewPr>
      <p:cViewPr>
        <p:scale>
          <a:sx n="32" d="100"/>
          <a:sy n="32" d="100"/>
        </p:scale>
        <p:origin x="52" y="-1264"/>
      </p:cViewPr>
      <p:guideLst>
        <p:guide orient="horz" pos="11146"/>
        <p:guide pos="109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10" Type="http://schemas.microsoft.com/office/2018/10/relationships/authors" Target="author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ad, Zoe" userId="b08cd0fd-26d2-470b-8ec0-c6e6cb2a79bd" providerId="ADAL" clId="{5AEB2719-95A5-4ED2-9E0E-ED462BB10526}"/>
    <pc:docChg chg="undo custSel addSld delSld modSld">
      <pc:chgData name="Read, Zoe" userId="b08cd0fd-26d2-470b-8ec0-c6e6cb2a79bd" providerId="ADAL" clId="{5AEB2719-95A5-4ED2-9E0E-ED462BB10526}" dt="2026-03-13T16:03:05.847" v="5463" actId="1035"/>
      <pc:docMkLst>
        <pc:docMk/>
      </pc:docMkLst>
      <pc:sldChg chg="addSp delSp modSp mod modNotesTx">
        <pc:chgData name="Read, Zoe" userId="b08cd0fd-26d2-470b-8ec0-c6e6cb2a79bd" providerId="ADAL" clId="{5AEB2719-95A5-4ED2-9E0E-ED462BB10526}" dt="2026-03-13T16:03:05.847" v="5463" actId="1035"/>
        <pc:sldMkLst>
          <pc:docMk/>
          <pc:sldMk cId="2005456116" sldId="257"/>
        </pc:sldMkLst>
        <pc:spChg chg="mod">
          <ac:chgData name="Read, Zoe" userId="b08cd0fd-26d2-470b-8ec0-c6e6cb2a79bd" providerId="ADAL" clId="{5AEB2719-95A5-4ED2-9E0E-ED462BB10526}" dt="2026-03-13T14:12:22.411" v="3683" actId="1035"/>
          <ac:spMkLst>
            <pc:docMk/>
            <pc:sldMk cId="2005456116" sldId="257"/>
            <ac:spMk id="2" creationId="{B60AF3C6-E87C-784C-EFEA-27D2ADCE070F}"/>
          </ac:spMkLst>
        </pc:spChg>
        <pc:spChg chg="mod">
          <ac:chgData name="Read, Zoe" userId="b08cd0fd-26d2-470b-8ec0-c6e6cb2a79bd" providerId="ADAL" clId="{5AEB2719-95A5-4ED2-9E0E-ED462BB10526}" dt="2026-03-13T14:13:07.872" v="3705"/>
          <ac:spMkLst>
            <pc:docMk/>
            <pc:sldMk cId="2005456116" sldId="257"/>
            <ac:spMk id="3" creationId="{69275BAE-6112-7B97-7490-496A68DBDB86}"/>
          </ac:spMkLst>
        </pc:spChg>
        <pc:spChg chg="add mod">
          <ac:chgData name="Read, Zoe" userId="b08cd0fd-26d2-470b-8ec0-c6e6cb2a79bd" providerId="ADAL" clId="{5AEB2719-95A5-4ED2-9E0E-ED462BB10526}" dt="2026-03-13T15:50:37.852" v="5095" actId="1036"/>
          <ac:spMkLst>
            <pc:docMk/>
            <pc:sldMk cId="2005456116" sldId="257"/>
            <ac:spMk id="5" creationId="{611D73CC-38EE-87A4-659B-7AFB71426A3B}"/>
          </ac:spMkLst>
        </pc:spChg>
        <pc:spChg chg="add mod ord">
          <ac:chgData name="Read, Zoe" userId="b08cd0fd-26d2-470b-8ec0-c6e6cb2a79bd" providerId="ADAL" clId="{5AEB2719-95A5-4ED2-9E0E-ED462BB10526}" dt="2026-03-13T15:23:26.809" v="5040" actId="1036"/>
          <ac:spMkLst>
            <pc:docMk/>
            <pc:sldMk cId="2005456116" sldId="257"/>
            <ac:spMk id="7" creationId="{B580F8D7-E067-282C-0BEF-1FA899DCFD3B}"/>
          </ac:spMkLst>
        </pc:spChg>
        <pc:spChg chg="del mod">
          <ac:chgData name="Read, Zoe" userId="b08cd0fd-26d2-470b-8ec0-c6e6cb2a79bd" providerId="ADAL" clId="{5AEB2719-95A5-4ED2-9E0E-ED462BB10526}" dt="2026-03-12T20:26:30.998" v="3594" actId="478"/>
          <ac:spMkLst>
            <pc:docMk/>
            <pc:sldMk cId="2005456116" sldId="257"/>
            <ac:spMk id="8" creationId="{C27ACF02-AE38-EED1-52AD-AE57386B0269}"/>
          </ac:spMkLst>
        </pc:spChg>
        <pc:spChg chg="mod">
          <ac:chgData name="Read, Zoe" userId="b08cd0fd-26d2-470b-8ec0-c6e6cb2a79bd" providerId="ADAL" clId="{5AEB2719-95A5-4ED2-9E0E-ED462BB10526}" dt="2026-03-13T15:56:17.329" v="5363" actId="1036"/>
          <ac:spMkLst>
            <pc:docMk/>
            <pc:sldMk cId="2005456116" sldId="257"/>
            <ac:spMk id="12" creationId="{0C87B8A1-9733-67EB-E4E3-F2570D73F838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7" creationId="{2BD42464-D16B-3701-0C0F-271BDE66BAA5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25" creationId="{A8454ACA-A266-32A3-C891-C89EAA9E01CB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26" creationId="{484190F2-EFC3-A118-D2D7-FB24CCBD39B4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27" creationId="{E3FB73FF-BFA6-26DB-AA0A-F51D66FFA661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31" creationId="{9187A6BA-BC5B-ADEA-5C80-21A90D319C6D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024" creationId="{534B1453-A12C-51C2-7D42-7A9A13707632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025" creationId="{9F20B42B-9512-BB49-4F59-11A4D0326422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26" creationId="{DE5C81FB-2A8D-A005-8B1C-169458704852}"/>
          </ac:spMkLst>
        </pc:spChg>
        <pc:spChg chg="mod">
          <ac:chgData name="Read, Zoe" userId="b08cd0fd-26d2-470b-8ec0-c6e6cb2a79bd" providerId="ADAL" clId="{5AEB2719-95A5-4ED2-9E0E-ED462BB10526}" dt="2026-03-10T20:22:48.981" v="1855" actId="1076"/>
          <ac:spMkLst>
            <pc:docMk/>
            <pc:sldMk cId="2005456116" sldId="257"/>
            <ac:spMk id="1027" creationId="{09B9D4B3-825A-6240-B76A-180647AC14FF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028" creationId="{21EEE5BE-6B05-FC7D-1F1A-67A39BAA5CDA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029" creationId="{C7415B56-3138-683E-A33F-94BF1FC8C347}"/>
          </ac:spMkLst>
        </pc:spChg>
        <pc:spChg chg="mod">
          <ac:chgData name="Read, Zoe" userId="b08cd0fd-26d2-470b-8ec0-c6e6cb2a79bd" providerId="ADAL" clId="{5AEB2719-95A5-4ED2-9E0E-ED462BB10526}" dt="2026-03-13T15:50:15.459" v="5087" actId="1036"/>
          <ac:spMkLst>
            <pc:docMk/>
            <pc:sldMk cId="2005456116" sldId="257"/>
            <ac:spMk id="1030" creationId="{65E00C91-BBF6-45C7-C690-D1D7A6D871AE}"/>
          </ac:spMkLst>
        </pc:spChg>
        <pc:spChg chg="add mod">
          <ac:chgData name="Read, Zoe" userId="b08cd0fd-26d2-470b-8ec0-c6e6cb2a79bd" providerId="ADAL" clId="{5AEB2719-95A5-4ED2-9E0E-ED462BB10526}" dt="2026-03-13T15:23:06.072" v="5035" actId="255"/>
          <ac:spMkLst>
            <pc:docMk/>
            <pc:sldMk cId="2005456116" sldId="257"/>
            <ac:spMk id="1033" creationId="{32C2827D-C730-B34A-4122-5BD22CBCDCCA}"/>
          </ac:spMkLst>
        </pc:spChg>
        <pc:spChg chg="add mod">
          <ac:chgData name="Read, Zoe" userId="b08cd0fd-26d2-470b-8ec0-c6e6cb2a79bd" providerId="ADAL" clId="{5AEB2719-95A5-4ED2-9E0E-ED462BB10526}" dt="2026-03-13T15:20:46.824" v="5011" actId="113"/>
          <ac:spMkLst>
            <pc:docMk/>
            <pc:sldMk cId="2005456116" sldId="257"/>
            <ac:spMk id="1034" creationId="{3B019716-EAFE-3F05-01D8-F3689D302ED2}"/>
          </ac:spMkLst>
        </pc:spChg>
        <pc:spChg chg="add mod">
          <ac:chgData name="Read, Zoe" userId="b08cd0fd-26d2-470b-8ec0-c6e6cb2a79bd" providerId="ADAL" clId="{5AEB2719-95A5-4ED2-9E0E-ED462BB10526}" dt="2026-03-13T16:03:03.034" v="5459" actId="14100"/>
          <ac:spMkLst>
            <pc:docMk/>
            <pc:sldMk cId="2005456116" sldId="257"/>
            <ac:spMk id="1035" creationId="{8DA61A9E-9FD6-923F-C6C1-69FD27ACDB80}"/>
          </ac:spMkLst>
        </pc:spChg>
        <pc:spChg chg="mod">
          <ac:chgData name="Read, Zoe" userId="b08cd0fd-26d2-470b-8ec0-c6e6cb2a79bd" providerId="ADAL" clId="{5AEB2719-95A5-4ED2-9E0E-ED462BB10526}" dt="2026-03-13T15:21:03.987" v="5014" actId="255"/>
          <ac:spMkLst>
            <pc:docMk/>
            <pc:sldMk cId="2005456116" sldId="257"/>
            <ac:spMk id="1046" creationId="{3D22E29A-542C-2707-EE87-D32E923FD26A}"/>
          </ac:spMkLst>
        </pc:spChg>
        <pc:spChg chg="add mod">
          <ac:chgData name="Read, Zoe" userId="b08cd0fd-26d2-470b-8ec0-c6e6cb2a79bd" providerId="ADAL" clId="{5AEB2719-95A5-4ED2-9E0E-ED462BB10526}" dt="2026-03-13T16:02:51.168" v="5458" actId="5793"/>
          <ac:spMkLst>
            <pc:docMk/>
            <pc:sldMk cId="2005456116" sldId="257"/>
            <ac:spMk id="1106" creationId="{990614C8-403D-9EED-A601-7B130D60F6F4}"/>
          </ac:spMkLst>
        </pc:spChg>
        <pc:grpChg chg="del">
          <ac:chgData name="Read, Zoe" userId="b08cd0fd-26d2-470b-8ec0-c6e6cb2a79bd" providerId="ADAL" clId="{5AEB2719-95A5-4ED2-9E0E-ED462BB10526}" dt="2026-03-12T20:13:15.849" v="3367" actId="478"/>
          <ac:grpSpMkLst>
            <pc:docMk/>
            <pc:sldMk cId="2005456116" sldId="257"/>
            <ac:grpSpMk id="22" creationId="{2BFE48BE-D2C5-8243-5332-F748C7FB4EAC}"/>
          </ac:grpSpMkLst>
        </pc:grpChg>
        <pc:graphicFrameChg chg="mod modGraphic">
          <ac:chgData name="Read, Zoe" userId="b08cd0fd-26d2-470b-8ec0-c6e6cb2a79bd" providerId="ADAL" clId="{5AEB2719-95A5-4ED2-9E0E-ED462BB10526}" dt="2026-03-12T20:13:57.952" v="3393" actId="403"/>
          <ac:graphicFrameMkLst>
            <pc:docMk/>
            <pc:sldMk cId="2005456116" sldId="257"/>
            <ac:graphicFrameMk id="20" creationId="{6EE1AE5B-A26D-71DD-8EF3-D283BC117F1C}"/>
          </ac:graphicFrameMkLst>
        </pc:graphicFrameChg>
        <pc:picChg chg="add del mod">
          <ac:chgData name="Read, Zoe" userId="b08cd0fd-26d2-470b-8ec0-c6e6cb2a79bd" providerId="ADAL" clId="{5AEB2719-95A5-4ED2-9E0E-ED462BB10526}" dt="2026-03-13T14:36:32.963" v="3889" actId="478"/>
          <ac:picMkLst>
            <pc:docMk/>
            <pc:sldMk cId="2005456116" sldId="257"/>
            <ac:picMk id="6" creationId="{E193A4F9-DEAF-C6DE-2623-1C1E36DBB696}"/>
          </ac:picMkLst>
        </pc:picChg>
        <pc:picChg chg="add del mod modCrop">
          <ac:chgData name="Read, Zoe" userId="b08cd0fd-26d2-470b-8ec0-c6e6cb2a79bd" providerId="ADAL" clId="{5AEB2719-95A5-4ED2-9E0E-ED462BB10526}" dt="2026-03-13T14:35:54.830" v="3882" actId="478"/>
          <ac:picMkLst>
            <pc:docMk/>
            <pc:sldMk cId="2005456116" sldId="257"/>
            <ac:picMk id="9" creationId="{09EDF015-AC84-7DA3-BD5A-225267C491D7}"/>
          </ac:picMkLst>
        </pc:picChg>
        <pc:picChg chg="add del mod">
          <ac:chgData name="Read, Zoe" userId="b08cd0fd-26d2-470b-8ec0-c6e6cb2a79bd" providerId="ADAL" clId="{5AEB2719-95A5-4ED2-9E0E-ED462BB10526}" dt="2026-03-13T14:37:42.624" v="3894" actId="478"/>
          <ac:picMkLst>
            <pc:docMk/>
            <pc:sldMk cId="2005456116" sldId="257"/>
            <ac:picMk id="10" creationId="{87488FFA-0267-8CB3-3D6F-2F08271CB032}"/>
          </ac:picMkLst>
        </pc:picChg>
        <pc:picChg chg="add mod ord modCrop">
          <ac:chgData name="Read, Zoe" userId="b08cd0fd-26d2-470b-8ec0-c6e6cb2a79bd" providerId="ADAL" clId="{5AEB2719-95A5-4ED2-9E0E-ED462BB10526}" dt="2026-03-13T15:05:28.661" v="4916" actId="1076"/>
          <ac:picMkLst>
            <pc:docMk/>
            <pc:sldMk cId="2005456116" sldId="257"/>
            <ac:picMk id="11" creationId="{0144416F-2A82-F7CC-0427-8A36932666F6}"/>
          </ac:picMkLst>
        </pc:picChg>
        <pc:picChg chg="add del mod">
          <ac:chgData name="Read, Zoe" userId="b08cd0fd-26d2-470b-8ec0-c6e6cb2a79bd" providerId="ADAL" clId="{5AEB2719-95A5-4ED2-9E0E-ED462BB10526}" dt="2026-03-13T15:26:55.493" v="5045" actId="478"/>
          <ac:picMkLst>
            <pc:docMk/>
            <pc:sldMk cId="2005456116" sldId="257"/>
            <ac:picMk id="14" creationId="{37395166-1C97-2974-4774-B9647BFFD3B0}"/>
          </ac:picMkLst>
        </pc:picChg>
        <pc:picChg chg="add del mod ord modCrop">
          <ac:chgData name="Read, Zoe" userId="b08cd0fd-26d2-470b-8ec0-c6e6cb2a79bd" providerId="ADAL" clId="{5AEB2719-95A5-4ED2-9E0E-ED462BB10526}" dt="2026-03-13T15:13:14.944" v="4945" actId="478"/>
          <ac:picMkLst>
            <pc:docMk/>
            <pc:sldMk cId="2005456116" sldId="257"/>
            <ac:picMk id="15" creationId="{6F1E99EB-549B-E9F4-C4C6-CCFBCE759AD8}"/>
          </ac:picMkLst>
        </pc:picChg>
        <pc:picChg chg="add del mod">
          <ac:chgData name="Read, Zoe" userId="b08cd0fd-26d2-470b-8ec0-c6e6cb2a79bd" providerId="ADAL" clId="{5AEB2719-95A5-4ED2-9E0E-ED462BB10526}" dt="2026-03-13T14:58:09.041" v="4859" actId="478"/>
          <ac:picMkLst>
            <pc:docMk/>
            <pc:sldMk cId="2005456116" sldId="257"/>
            <ac:picMk id="19" creationId="{4A548E57-4FEC-FC9E-37C8-9C6818770C12}"/>
          </ac:picMkLst>
        </pc:picChg>
        <pc:picChg chg="del mod">
          <ac:chgData name="Read, Zoe" userId="b08cd0fd-26d2-470b-8ec0-c6e6cb2a79bd" providerId="ADAL" clId="{5AEB2719-95A5-4ED2-9E0E-ED462BB10526}" dt="2026-03-12T20:13:02.055" v="3365" actId="478"/>
          <ac:picMkLst>
            <pc:docMk/>
            <pc:sldMk cId="2005456116" sldId="257"/>
            <ac:picMk id="19" creationId="{6F6CCBC1-FB78-D641-2558-44EE723465AE}"/>
          </ac:picMkLst>
        </pc:picChg>
        <pc:picChg chg="del">
          <ac:chgData name="Read, Zoe" userId="b08cd0fd-26d2-470b-8ec0-c6e6cb2a79bd" providerId="ADAL" clId="{5AEB2719-95A5-4ED2-9E0E-ED462BB10526}" dt="2026-03-12T20:13:15.849" v="3367" actId="478"/>
          <ac:picMkLst>
            <pc:docMk/>
            <pc:sldMk cId="2005456116" sldId="257"/>
            <ac:picMk id="24" creationId="{04440FAB-EE3F-FD41-C5C0-9224F3ADC6B1}"/>
          </ac:picMkLst>
        </pc:picChg>
        <pc:picChg chg="add del mod">
          <ac:chgData name="Read, Zoe" userId="b08cd0fd-26d2-470b-8ec0-c6e6cb2a79bd" providerId="ADAL" clId="{5AEB2719-95A5-4ED2-9E0E-ED462BB10526}" dt="2026-03-13T15:01:01.939" v="4868" actId="478"/>
          <ac:picMkLst>
            <pc:docMk/>
            <pc:sldMk cId="2005456116" sldId="257"/>
            <ac:picMk id="24" creationId="{3F0569DE-707F-D9F1-1D75-6E1DDB13B5E4}"/>
          </ac:picMkLst>
        </pc:picChg>
        <pc:picChg chg="add del mod ord">
          <ac:chgData name="Read, Zoe" userId="b08cd0fd-26d2-470b-8ec0-c6e6cb2a79bd" providerId="ADAL" clId="{5AEB2719-95A5-4ED2-9E0E-ED462BB10526}" dt="2026-03-13T15:01:53.310" v="4884" actId="478"/>
          <ac:picMkLst>
            <pc:docMk/>
            <pc:sldMk cId="2005456116" sldId="257"/>
            <ac:picMk id="1038" creationId="{79B545FE-4759-2D41-AC8C-49367F5FD302}"/>
          </ac:picMkLst>
        </pc:picChg>
        <pc:picChg chg="add del mod">
          <ac:chgData name="Read, Zoe" userId="b08cd0fd-26d2-470b-8ec0-c6e6cb2a79bd" providerId="ADAL" clId="{5AEB2719-95A5-4ED2-9E0E-ED462BB10526}" dt="2026-03-13T15:02:36.270" v="4894" actId="478"/>
          <ac:picMkLst>
            <pc:docMk/>
            <pc:sldMk cId="2005456116" sldId="257"/>
            <ac:picMk id="1041" creationId="{C6F1CF14-BF24-F636-555B-EE0412FF8575}"/>
          </ac:picMkLst>
        </pc:picChg>
        <pc:picChg chg="add del mod modCrop">
          <ac:chgData name="Read, Zoe" userId="b08cd0fd-26d2-470b-8ec0-c6e6cb2a79bd" providerId="ADAL" clId="{5AEB2719-95A5-4ED2-9E0E-ED462BB10526}" dt="2026-03-13T15:13:14.944" v="4945" actId="478"/>
          <ac:picMkLst>
            <pc:docMk/>
            <pc:sldMk cId="2005456116" sldId="257"/>
            <ac:picMk id="1042" creationId="{04363E67-54FD-37B3-65BB-A8173A952E9D}"/>
          </ac:picMkLst>
        </pc:picChg>
        <pc:picChg chg="add del mod">
          <ac:chgData name="Read, Zoe" userId="b08cd0fd-26d2-470b-8ec0-c6e6cb2a79bd" providerId="ADAL" clId="{5AEB2719-95A5-4ED2-9E0E-ED462BB10526}" dt="2026-03-13T15:06:17.977" v="4922" actId="478"/>
          <ac:picMkLst>
            <pc:docMk/>
            <pc:sldMk cId="2005456116" sldId="257"/>
            <ac:picMk id="1048" creationId="{3A2666A1-2DC7-950A-723E-6840B5BC5392}"/>
          </ac:picMkLst>
        </pc:picChg>
        <pc:picChg chg="add del mod">
          <ac:chgData name="Read, Zoe" userId="b08cd0fd-26d2-470b-8ec0-c6e6cb2a79bd" providerId="ADAL" clId="{5AEB2719-95A5-4ED2-9E0E-ED462BB10526}" dt="2026-03-13T15:06:58.060" v="4929" actId="478"/>
          <ac:picMkLst>
            <pc:docMk/>
            <pc:sldMk cId="2005456116" sldId="257"/>
            <ac:picMk id="1059" creationId="{EB3694CB-2E69-2599-592D-A9902BAD3ADD}"/>
          </ac:picMkLst>
        </pc:picChg>
        <pc:picChg chg="add del mod">
          <ac:chgData name="Read, Zoe" userId="b08cd0fd-26d2-470b-8ec0-c6e6cb2a79bd" providerId="ADAL" clId="{5AEB2719-95A5-4ED2-9E0E-ED462BB10526}" dt="2026-03-13T15:07:38.327" v="4937" actId="478"/>
          <ac:picMkLst>
            <pc:docMk/>
            <pc:sldMk cId="2005456116" sldId="257"/>
            <ac:picMk id="1061" creationId="{5C64DEE6-3355-98B2-AC38-10A3DD327236}"/>
          </ac:picMkLst>
        </pc:picChg>
        <pc:picChg chg="add del mod">
          <ac:chgData name="Read, Zoe" userId="b08cd0fd-26d2-470b-8ec0-c6e6cb2a79bd" providerId="ADAL" clId="{5AEB2719-95A5-4ED2-9E0E-ED462BB10526}" dt="2026-03-13T15:08:12.270" v="4943" actId="478"/>
          <ac:picMkLst>
            <pc:docMk/>
            <pc:sldMk cId="2005456116" sldId="257"/>
            <ac:picMk id="1063" creationId="{AC1EC631-C193-3A00-6730-F1F2DABABD96}"/>
          </ac:picMkLst>
        </pc:picChg>
        <pc:picChg chg="add del mod">
          <ac:chgData name="Read, Zoe" userId="b08cd0fd-26d2-470b-8ec0-c6e6cb2a79bd" providerId="ADAL" clId="{5AEB2719-95A5-4ED2-9E0E-ED462BB10526}" dt="2026-03-13T15:22:30.164" v="5023" actId="478"/>
          <ac:picMkLst>
            <pc:docMk/>
            <pc:sldMk cId="2005456116" sldId="257"/>
            <ac:picMk id="1065" creationId="{D9220666-D88E-9558-B956-D1D5B159C76E}"/>
          </ac:picMkLst>
        </pc:picChg>
        <pc:picChg chg="add del mod">
          <ac:chgData name="Read, Zoe" userId="b08cd0fd-26d2-470b-8ec0-c6e6cb2a79bd" providerId="ADAL" clId="{5AEB2719-95A5-4ED2-9E0E-ED462BB10526}" dt="2026-03-13T15:14:14.848" v="4949" actId="478"/>
          <ac:picMkLst>
            <pc:docMk/>
            <pc:sldMk cId="2005456116" sldId="257"/>
            <ac:picMk id="1067" creationId="{2E554507-40AB-39F1-06F7-5ACA98D452FD}"/>
          </ac:picMkLst>
        </pc:picChg>
        <pc:picChg chg="add del mod">
          <ac:chgData name="Read, Zoe" userId="b08cd0fd-26d2-470b-8ec0-c6e6cb2a79bd" providerId="ADAL" clId="{5AEB2719-95A5-4ED2-9E0E-ED462BB10526}" dt="2026-03-13T15:14:29.167" v="4954" actId="478"/>
          <ac:picMkLst>
            <pc:docMk/>
            <pc:sldMk cId="2005456116" sldId="257"/>
            <ac:picMk id="1069" creationId="{8D91DBDB-9E9E-52CB-55AD-9A637EFC0709}"/>
          </ac:picMkLst>
        </pc:picChg>
        <pc:picChg chg="add del mod">
          <ac:chgData name="Read, Zoe" userId="b08cd0fd-26d2-470b-8ec0-c6e6cb2a79bd" providerId="ADAL" clId="{5AEB2719-95A5-4ED2-9E0E-ED462BB10526}" dt="2026-03-13T15:15:01.560" v="4958" actId="478"/>
          <ac:picMkLst>
            <pc:docMk/>
            <pc:sldMk cId="2005456116" sldId="257"/>
            <ac:picMk id="1071" creationId="{FEABA2EA-EFA6-54BC-2013-B77804E53F02}"/>
          </ac:picMkLst>
        </pc:picChg>
        <pc:picChg chg="add del mod">
          <ac:chgData name="Read, Zoe" userId="b08cd0fd-26d2-470b-8ec0-c6e6cb2a79bd" providerId="ADAL" clId="{5AEB2719-95A5-4ED2-9E0E-ED462BB10526}" dt="2026-03-13T15:15:41.221" v="4963" actId="478"/>
          <ac:picMkLst>
            <pc:docMk/>
            <pc:sldMk cId="2005456116" sldId="257"/>
            <ac:picMk id="1073" creationId="{5466ADED-34D8-BA58-93D9-9F5AE1DBBC21}"/>
          </ac:picMkLst>
        </pc:picChg>
        <pc:picChg chg="add del mod">
          <ac:chgData name="Read, Zoe" userId="b08cd0fd-26d2-470b-8ec0-c6e6cb2a79bd" providerId="ADAL" clId="{5AEB2719-95A5-4ED2-9E0E-ED462BB10526}" dt="2026-03-13T15:16:18.449" v="4968" actId="478"/>
          <ac:picMkLst>
            <pc:docMk/>
            <pc:sldMk cId="2005456116" sldId="257"/>
            <ac:picMk id="1075" creationId="{AAEC5A0E-A8A7-5F3D-FF7E-D5A1310DC25F}"/>
          </ac:picMkLst>
        </pc:picChg>
        <pc:picChg chg="add del mod">
          <ac:chgData name="Read, Zoe" userId="b08cd0fd-26d2-470b-8ec0-c6e6cb2a79bd" providerId="ADAL" clId="{5AEB2719-95A5-4ED2-9E0E-ED462BB10526}" dt="2026-03-13T15:16:58.206" v="4975" actId="478"/>
          <ac:picMkLst>
            <pc:docMk/>
            <pc:sldMk cId="2005456116" sldId="257"/>
            <ac:picMk id="1077" creationId="{FFBEF150-4996-ACCF-2FF8-42C26451A7FE}"/>
          </ac:picMkLst>
        </pc:picChg>
        <pc:picChg chg="add del mod ord">
          <ac:chgData name="Read, Zoe" userId="b08cd0fd-26d2-470b-8ec0-c6e6cb2a79bd" providerId="ADAL" clId="{5AEB2719-95A5-4ED2-9E0E-ED462BB10526}" dt="2026-03-13T15:20:09.550" v="4992" actId="478"/>
          <ac:picMkLst>
            <pc:docMk/>
            <pc:sldMk cId="2005456116" sldId="257"/>
            <ac:picMk id="1079" creationId="{E89868C9-5DDE-C444-4252-B8FA393EF2CE}"/>
          </ac:picMkLst>
        </pc:picChg>
        <pc:picChg chg="add mod ord">
          <ac:chgData name="Read, Zoe" userId="b08cd0fd-26d2-470b-8ec0-c6e6cb2a79bd" providerId="ADAL" clId="{5AEB2719-95A5-4ED2-9E0E-ED462BB10526}" dt="2026-03-13T15:23:17.079" v="5036" actId="1076"/>
          <ac:picMkLst>
            <pc:docMk/>
            <pc:sldMk cId="2005456116" sldId="257"/>
            <ac:picMk id="1081" creationId="{E751C4E4-E854-FE7E-1EF9-268DA1A23024}"/>
          </ac:picMkLst>
        </pc:picChg>
        <pc:picChg chg="add del mod">
          <ac:chgData name="Read, Zoe" userId="b08cd0fd-26d2-470b-8ec0-c6e6cb2a79bd" providerId="ADAL" clId="{5AEB2719-95A5-4ED2-9E0E-ED462BB10526}" dt="2026-03-13T15:22:37.877" v="5027" actId="478"/>
          <ac:picMkLst>
            <pc:docMk/>
            <pc:sldMk cId="2005456116" sldId="257"/>
            <ac:picMk id="1083" creationId="{79DA7F69-4E83-B1E5-DFEA-930123DA7F46}"/>
          </ac:picMkLst>
        </pc:picChg>
        <pc:picChg chg="add mod">
          <ac:chgData name="Read, Zoe" userId="b08cd0fd-26d2-470b-8ec0-c6e6cb2a79bd" providerId="ADAL" clId="{5AEB2719-95A5-4ED2-9E0E-ED462BB10526}" dt="2026-03-13T15:23:32.914" v="5041" actId="1076"/>
          <ac:picMkLst>
            <pc:docMk/>
            <pc:sldMk cId="2005456116" sldId="257"/>
            <ac:picMk id="1085" creationId="{9E2D53CD-2078-3011-EB8F-F1979C9B3B22}"/>
          </ac:picMkLst>
        </pc:picChg>
        <pc:picChg chg="add del mod">
          <ac:chgData name="Read, Zoe" userId="b08cd0fd-26d2-470b-8ec0-c6e6cb2a79bd" providerId="ADAL" clId="{5AEB2719-95A5-4ED2-9E0E-ED462BB10526}" dt="2026-03-13T15:27:09.698" v="5050" actId="478"/>
          <ac:picMkLst>
            <pc:docMk/>
            <pc:sldMk cId="2005456116" sldId="257"/>
            <ac:picMk id="1088" creationId="{6780A67C-EA16-F57D-656A-1D4EE2D0B56B}"/>
          </ac:picMkLst>
        </pc:picChg>
        <pc:picChg chg="add del mod">
          <ac:chgData name="Read, Zoe" userId="b08cd0fd-26d2-470b-8ec0-c6e6cb2a79bd" providerId="ADAL" clId="{5AEB2719-95A5-4ED2-9E0E-ED462BB10526}" dt="2026-03-13T15:27:37.034" v="5056" actId="478"/>
          <ac:picMkLst>
            <pc:docMk/>
            <pc:sldMk cId="2005456116" sldId="257"/>
            <ac:picMk id="1090" creationId="{22F59BC5-2C35-DDF1-6E10-AC204BAEB7DC}"/>
          </ac:picMkLst>
        </pc:picChg>
        <pc:picChg chg="add del mod">
          <ac:chgData name="Read, Zoe" userId="b08cd0fd-26d2-470b-8ec0-c6e6cb2a79bd" providerId="ADAL" clId="{5AEB2719-95A5-4ED2-9E0E-ED462BB10526}" dt="2026-03-13T15:28:10.572" v="5061" actId="478"/>
          <ac:picMkLst>
            <pc:docMk/>
            <pc:sldMk cId="2005456116" sldId="257"/>
            <ac:picMk id="1092" creationId="{B289EE1B-058F-1CF1-4DE6-B6EEE7938A9B}"/>
          </ac:picMkLst>
        </pc:picChg>
        <pc:picChg chg="add del mod">
          <ac:chgData name="Read, Zoe" userId="b08cd0fd-26d2-470b-8ec0-c6e6cb2a79bd" providerId="ADAL" clId="{5AEB2719-95A5-4ED2-9E0E-ED462BB10526}" dt="2026-03-13T15:29:43.633" v="5069" actId="478"/>
          <ac:picMkLst>
            <pc:docMk/>
            <pc:sldMk cId="2005456116" sldId="257"/>
            <ac:picMk id="1094" creationId="{F50E4DC2-8AE0-9280-8B55-572851BC47EC}"/>
          </ac:picMkLst>
        </pc:picChg>
        <pc:picChg chg="add del mod">
          <ac:chgData name="Read, Zoe" userId="b08cd0fd-26d2-470b-8ec0-c6e6cb2a79bd" providerId="ADAL" clId="{5AEB2719-95A5-4ED2-9E0E-ED462BB10526}" dt="2026-03-13T15:30:15.570" v="5071" actId="478"/>
          <ac:picMkLst>
            <pc:docMk/>
            <pc:sldMk cId="2005456116" sldId="257"/>
            <ac:picMk id="1096" creationId="{19A9F59A-6905-0461-921F-53D44D6FE9B4}"/>
          </ac:picMkLst>
        </pc:picChg>
        <pc:picChg chg="add del mod">
          <ac:chgData name="Read, Zoe" userId="b08cd0fd-26d2-470b-8ec0-c6e6cb2a79bd" providerId="ADAL" clId="{5AEB2719-95A5-4ED2-9E0E-ED462BB10526}" dt="2026-03-13T15:31:42.114" v="5079" actId="478"/>
          <ac:picMkLst>
            <pc:docMk/>
            <pc:sldMk cId="2005456116" sldId="257"/>
            <ac:picMk id="1098" creationId="{371F0427-7C9D-A089-1550-355CC41A1B47}"/>
          </ac:picMkLst>
        </pc:picChg>
        <pc:picChg chg="add del mod">
          <ac:chgData name="Read, Zoe" userId="b08cd0fd-26d2-470b-8ec0-c6e6cb2a79bd" providerId="ADAL" clId="{5AEB2719-95A5-4ED2-9E0E-ED462BB10526}" dt="2026-03-13T15:54:01.795" v="5096" actId="478"/>
          <ac:picMkLst>
            <pc:docMk/>
            <pc:sldMk cId="2005456116" sldId="257"/>
            <ac:picMk id="1100" creationId="{A43F5C94-F21D-A325-C5D6-3A47C4C3B61F}"/>
          </ac:picMkLst>
        </pc:picChg>
        <pc:picChg chg="add del mod">
          <ac:chgData name="Read, Zoe" userId="b08cd0fd-26d2-470b-8ec0-c6e6cb2a79bd" providerId="ADAL" clId="{5AEB2719-95A5-4ED2-9E0E-ED462BB10526}" dt="2026-03-13T15:57:59.527" v="5369" actId="478"/>
          <ac:picMkLst>
            <pc:docMk/>
            <pc:sldMk cId="2005456116" sldId="257"/>
            <ac:picMk id="1102" creationId="{409410D1-8C61-C5F2-2ED0-8AE9EB772068}"/>
          </ac:picMkLst>
        </pc:picChg>
        <pc:picChg chg="add mod">
          <ac:chgData name="Read, Zoe" userId="b08cd0fd-26d2-470b-8ec0-c6e6cb2a79bd" providerId="ADAL" clId="{5AEB2719-95A5-4ED2-9E0E-ED462BB10526}" dt="2026-03-13T16:03:05.847" v="5463" actId="1035"/>
          <ac:picMkLst>
            <pc:docMk/>
            <pc:sldMk cId="2005456116" sldId="257"/>
            <ac:picMk id="1104" creationId="{BB487FD2-0D02-18A0-8E65-73832FF97000}"/>
          </ac:picMkLst>
        </pc:picChg>
        <pc:cxnChg chg="add mod ord">
          <ac:chgData name="Read, Zoe" userId="b08cd0fd-26d2-470b-8ec0-c6e6cb2a79bd" providerId="ADAL" clId="{5AEB2719-95A5-4ED2-9E0E-ED462BB10526}" dt="2026-03-13T15:23:44.503" v="5042" actId="14100"/>
          <ac:cxnSpMkLst>
            <pc:docMk/>
            <pc:sldMk cId="2005456116" sldId="257"/>
            <ac:cxnSpMk id="21" creationId="{4DACE8AF-5A3B-350F-CBBD-990A9C27B8D4}"/>
          </ac:cxnSpMkLst>
        </pc:cxnChg>
        <pc:cxnChg chg="mod">
          <ac:chgData name="Read, Zoe" userId="b08cd0fd-26d2-470b-8ec0-c6e6cb2a79bd" providerId="ADAL" clId="{5AEB2719-95A5-4ED2-9E0E-ED462BB10526}" dt="2026-03-13T15:03:40.670" v="4904" actId="1036"/>
          <ac:cxnSpMkLst>
            <pc:docMk/>
            <pc:sldMk cId="2005456116" sldId="257"/>
            <ac:cxnSpMk id="1031" creationId="{00BF45BC-03E3-27BE-C768-387C6B2C806C}"/>
          </ac:cxnSpMkLst>
        </pc:cxnChg>
        <pc:cxnChg chg="add mod ord">
          <ac:chgData name="Read, Zoe" userId="b08cd0fd-26d2-470b-8ec0-c6e6cb2a79bd" providerId="ADAL" clId="{5AEB2719-95A5-4ED2-9E0E-ED462BB10526}" dt="2026-03-13T15:05:21.038" v="4913" actId="1076"/>
          <ac:cxnSpMkLst>
            <pc:docMk/>
            <pc:sldMk cId="2005456116" sldId="257"/>
            <ac:cxnSpMk id="1032" creationId="{15AF56DC-5EE6-BFA8-237F-07B49EFF2D22}"/>
          </ac:cxnSpMkLst>
        </pc:cxnChg>
        <pc:cxnChg chg="mod">
          <ac:chgData name="Read, Zoe" userId="b08cd0fd-26d2-470b-8ec0-c6e6cb2a79bd" providerId="ADAL" clId="{5AEB2719-95A5-4ED2-9E0E-ED462BB10526}" dt="2026-03-13T14:47:43.111" v="4643" actId="1035"/>
          <ac:cxnSpMkLst>
            <pc:docMk/>
            <pc:sldMk cId="2005456116" sldId="257"/>
            <ac:cxnSpMk id="1036" creationId="{A0864A2A-8580-B800-4329-34DD10B52D76}"/>
          </ac:cxnSpMkLst>
        </pc:cxnChg>
        <pc:cxnChg chg="mod">
          <ac:chgData name="Read, Zoe" userId="b08cd0fd-26d2-470b-8ec0-c6e6cb2a79bd" providerId="ADAL" clId="{5AEB2719-95A5-4ED2-9E0E-ED462BB10526}" dt="2026-03-13T15:03:37.399" v="4902" actId="1036"/>
          <ac:cxnSpMkLst>
            <pc:docMk/>
            <pc:sldMk cId="2005456116" sldId="257"/>
            <ac:cxnSpMk id="1039" creationId="{209C8AEE-D29E-C2A9-B7F5-38C8AE3FDCAC}"/>
          </ac:cxnSpMkLst>
        </pc:cxnChg>
        <pc:cxnChg chg="mod">
          <ac:chgData name="Read, Zoe" userId="b08cd0fd-26d2-470b-8ec0-c6e6cb2a79bd" providerId="ADAL" clId="{5AEB2719-95A5-4ED2-9E0E-ED462BB10526}" dt="2026-03-13T15:50:34.459" v="5094" actId="1035"/>
          <ac:cxnSpMkLst>
            <pc:docMk/>
            <pc:sldMk cId="2005456116" sldId="257"/>
            <ac:cxnSpMk id="1044" creationId="{8463A8F4-CE87-F09A-8258-6D6979B36D80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45" creationId="{BB33F361-7DB9-04C2-C03A-778C0DF80E8F}"/>
          </ac:cxnSpMkLst>
        </pc:cxnChg>
        <pc:cxnChg chg="add del mo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47" creationId="{375CA06C-A251-4ED8-A38F-281C7D414E0B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0" creationId="{D3DAFDEE-D9E5-1D68-8EB9-E51F04AB1645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1" creationId="{F2AFA6AA-F2FA-7B6D-89B6-C18FBAE3FB74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2" creationId="{9F2A7656-0EEE-7013-0DB8-ADC5FDA2A8B2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3" creationId="{45B61E4A-833A-BA3F-9B21-F25237F7E669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4" creationId="{B4545213-9D78-5A7D-F0ED-7247C7E86F0A}"/>
          </ac:cxnSpMkLst>
        </pc:cxnChg>
        <pc:cxnChg chg="add del mod or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5" creationId="{EAF13472-2A54-A942-9989-189633D8FC45}"/>
          </ac:cxnSpMkLst>
        </pc:cxnChg>
        <pc:cxnChg chg="add del mo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6" creationId="{97023478-EBF1-C0B2-4640-43B6062C44A4}"/>
          </ac:cxnSpMkLst>
        </pc:cxnChg>
        <pc:cxnChg chg="add del mo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7" creationId="{EABAA8CD-3573-D737-5C52-07AF46DD77DB}"/>
          </ac:cxnSpMkLst>
        </pc:cxnChg>
        <pc:cxnChg chg="add del mod">
          <ac:chgData name="Read, Zoe" userId="b08cd0fd-26d2-470b-8ec0-c6e6cb2a79bd" providerId="ADAL" clId="{5AEB2719-95A5-4ED2-9E0E-ED462BB10526}" dt="2026-03-13T14:43:58.200" v="4435" actId="478"/>
          <ac:cxnSpMkLst>
            <pc:docMk/>
            <pc:sldMk cId="2005456116" sldId="257"/>
            <ac:cxnSpMk id="1058" creationId="{60C150C5-AE9C-3C24-36BA-5DE7D6481E18}"/>
          </ac:cxnSpMkLst>
        </pc:cxnChg>
      </pc:sldChg>
      <pc:sldChg chg="add del">
        <pc:chgData name="Read, Zoe" userId="b08cd0fd-26d2-470b-8ec0-c6e6cb2a79bd" providerId="ADAL" clId="{5AEB2719-95A5-4ED2-9E0E-ED462BB10526}" dt="2026-03-12T20:18:17.564" v="3533"/>
        <pc:sldMkLst>
          <pc:docMk/>
          <pc:sldMk cId="2004079467" sldId="259"/>
        </pc:sldMkLst>
      </pc:sldChg>
    </pc:docChg>
  </pc:docChgLst>
</pc:chgInfo>
</file>

<file path=ppt/comments/modernComment_101_7788D4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8A07343-8EBD-4063-9515-C0EDE7CA19F0}" authorId="{50137B73-C207-1407-898B-797CE70D2312}" created="2026-03-13T14:20:44.09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9" creationId="{09EDF015-AC84-7DA3-BD5A-225267C491D7}"/>
    </ac:deMkLst>
    <p188:txBody>
      <a:bodyPr/>
      <a:lstStyle/>
      <a:p>
        <a:r>
          <a:rPr lang="en-US"/>
          <a:t>Print the anova table into a csv for Steph to look at</a:t>
        </a:r>
      </a:p>
    </p188:txBody>
  </p188:cm>
  <p188:cm id="{F7D370C0-1A77-42D9-8499-1F9C74E5F229}" authorId="{50137B73-C207-1407-898B-797CE70D2312}" created="2026-03-13T16:00:05.3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1104" creationId="{BB487FD2-0D02-18A0-8E65-73832FF97000}"/>
    </ac:deMkLst>
    <p188:txBody>
      <a:bodyPr/>
      <a:lstStyle/>
      <a:p>
        <a:r>
          <a:rPr lang="en-US"/>
          <a:t>I should try to add the values and units to the x-axes of these graphs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7BD97-90D8-3541-9414-B17D17D02539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46250" y="685800"/>
            <a:ext cx="33655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32DB95-ECDB-0847-8712-29974AF33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69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1pPr>
    <a:lvl2pPr marL="58441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2pPr>
    <a:lvl3pPr marL="1168823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3pPr>
    <a:lvl4pPr marL="1753234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4pPr>
    <a:lvl5pPr marL="2337645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5pPr>
    <a:lvl6pPr marL="2922057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6pPr>
    <a:lvl7pPr marL="3506468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7pPr>
    <a:lvl8pPr marL="4090879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8pPr>
    <a:lvl9pPr marL="467529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746250" y="685800"/>
            <a:ext cx="3365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 baseline="0" dirty="0"/>
              <a:t>Make sure all plots are the same font size</a:t>
            </a:r>
          </a:p>
          <a:p>
            <a:pPr marL="285750" indent="-285750">
              <a:buFontTx/>
              <a:buChar char="-"/>
            </a:pPr>
            <a:r>
              <a:rPr lang="en-US" baseline="0" dirty="0"/>
              <a:t>-Color env variables plot by depth? Check which depth sensors I used (10 cm ones?) Or color by site? </a:t>
            </a:r>
          </a:p>
          <a:p>
            <a:pPr marL="285750" indent="-285750">
              <a:buFontTx/>
              <a:buChar char="-"/>
            </a:pPr>
            <a:r>
              <a:rPr lang="en-US" baseline="0" dirty="0"/>
              <a:t>- If have time, could try adding stacked x-axis with month and year below it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32DB95-ECDB-0847-8712-29974AF33C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292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4D0AFE-D266-7149-9388-0CB3CC5C87ED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419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03672AAF-4B6B-9046-B08E-E3EDCC2CB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lang="en-US" dirty="0">
                <a:solidFill>
                  <a:srgbClr val="419758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658E99-2B7E-A94A-AE07-8B6946534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lang="en-US" sz="3800" dirty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C0CC5A-BCC7-7A40-B8AC-3C8CB9773C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lang="en-US" sz="28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631EFDE9-D317-6E45-88B1-57517D7BFE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4DD70-5E36-AE41-A65A-4190E3663EBC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E247A-04BD-BE4B-92FB-FB837DE1CD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DE48B-5647-A9EA-1675-F9CED45CC64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323AE28-6C10-A6FB-A7A3-33DB777A47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5226" y="6143570"/>
            <a:ext cx="16038909" cy="6512184"/>
          </a:xfrm>
          <a:prstGeom prst="rect">
            <a:avLst/>
          </a:prstGeom>
        </p:spPr>
        <p:txBody>
          <a:bodyPr/>
          <a:lstStyle>
            <a:lvl1pPr>
              <a:defRPr lang="en-US" sz="2850" smtClean="0">
                <a:solidFill>
                  <a:schemeClr val="tx1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3059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7A1BC5-04C5-424E-B098-F40040519109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75B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54D62BC3-C003-A84C-B368-EA134F3F5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7917">
                <a:solidFill>
                  <a:srgbClr val="75BFE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7D32DA8-2330-A247-A794-A1FB0E6D7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sz="3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A885556-C088-B64F-ACA3-FF4240EFD0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sz="28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6465F565-98C7-4641-9D07-BBDFC2A192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28F6D04-A06E-684E-8C67-976CAB7FFE1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FD9DC2-4A89-3FD6-54FA-1164F3422A10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331CA-E7E1-FDCC-6B95-1A35867FC6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3659340-3524-A165-87E8-5B58571302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4681" y="6143570"/>
            <a:ext cx="16039454" cy="6512184"/>
          </a:xfrm>
          <a:prstGeom prst="rect">
            <a:avLst/>
          </a:prstGeom>
        </p:spPr>
        <p:txBody>
          <a:bodyPr/>
          <a:lstStyle>
            <a:lvl1pPr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</a:pPr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6001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79FD72-BCA5-F24C-9A3D-76ABA0D3F90D}"/>
              </a:ext>
            </a:extLst>
          </p:cNvPr>
          <p:cNvPicPr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850"/>
          <a:stretch/>
        </p:blipFill>
        <p:spPr>
          <a:xfrm>
            <a:off x="0" y="31442791"/>
            <a:ext cx="34747200" cy="3944172"/>
          </a:xfrm>
          <a:prstGeom prst="rect">
            <a:avLst/>
          </a:prstGeom>
        </p:spPr>
      </p:pic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D5336751-8B97-CB48-BAFB-A2B59127B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9968120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846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1654622" rtl="0" eaLnBrk="1" latinLnBrk="0" hangingPunct="1">
        <a:spcBef>
          <a:spcPct val="0"/>
        </a:spcBef>
        <a:buNone/>
        <a:defRPr lang="en-US" sz="7917" kern="1200" dirty="0">
          <a:solidFill>
            <a:srgbClr val="75BFE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1654622" rtl="0" eaLnBrk="1" latinLnBrk="0" hangingPunct="1">
        <a:spcBef>
          <a:spcPct val="20000"/>
        </a:spcBef>
        <a:buFont typeface="Arial" pitchFamily="34" charset="0"/>
        <a:buNone/>
        <a:defRPr sz="3905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344381" indent="-517070" algn="l" defTabSz="1654622" rtl="0" eaLnBrk="1" latinLnBrk="0" hangingPunct="1">
        <a:spcBef>
          <a:spcPct val="20000"/>
        </a:spcBef>
        <a:buFont typeface="Arial" pitchFamily="34" charset="0"/>
        <a:buChar char="–"/>
        <a:defRPr sz="5067" kern="1200">
          <a:solidFill>
            <a:schemeClr val="tx1"/>
          </a:solidFill>
          <a:latin typeface="+mn-lt"/>
          <a:ea typeface="+mn-ea"/>
          <a:cs typeface="+mn-cs"/>
        </a:defRPr>
      </a:lvl2pPr>
      <a:lvl3pPr marL="2068278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4328" kern="1200">
          <a:solidFill>
            <a:schemeClr val="tx1"/>
          </a:solidFill>
          <a:latin typeface="+mn-lt"/>
          <a:ea typeface="+mn-ea"/>
          <a:cs typeface="+mn-cs"/>
        </a:defRPr>
      </a:lvl3pPr>
      <a:lvl4pPr marL="2895590" indent="-413656" algn="l" defTabSz="1654622" rtl="0" eaLnBrk="1" latinLnBrk="0" hangingPunct="1">
        <a:spcBef>
          <a:spcPct val="20000"/>
        </a:spcBef>
        <a:buFont typeface="Arial" pitchFamily="34" charset="0"/>
        <a:buChar char="–"/>
        <a:defRPr sz="3695" kern="1200">
          <a:solidFill>
            <a:schemeClr val="tx1"/>
          </a:solidFill>
          <a:latin typeface="+mn-lt"/>
          <a:ea typeface="+mn-ea"/>
          <a:cs typeface="+mn-cs"/>
        </a:defRPr>
      </a:lvl4pPr>
      <a:lvl5pPr marL="3722900" indent="-413656" algn="l" defTabSz="1654622" rtl="0" eaLnBrk="1" latinLnBrk="0" hangingPunct="1">
        <a:spcBef>
          <a:spcPct val="20000"/>
        </a:spcBef>
        <a:buFont typeface="Arial" pitchFamily="34" charset="0"/>
        <a:buChar char="»"/>
        <a:defRPr sz="3695" kern="1200">
          <a:solidFill>
            <a:schemeClr val="tx1"/>
          </a:solidFill>
          <a:latin typeface="+mn-lt"/>
          <a:ea typeface="+mn-ea"/>
          <a:cs typeface="+mn-cs"/>
        </a:defRPr>
      </a:lvl5pPr>
      <a:lvl6pPr marL="455021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6pPr>
      <a:lvl7pPr marL="537752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7pPr>
      <a:lvl8pPr marL="6204835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8pPr>
      <a:lvl9pPr marL="7032146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1pPr>
      <a:lvl2pPr marL="827311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2pPr>
      <a:lvl3pPr marL="1654622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3pPr>
      <a:lvl4pPr marL="2481934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4pPr>
      <a:lvl5pPr marL="3309245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5pPr>
      <a:lvl6pPr marL="4136556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6pPr>
      <a:lvl7pPr marL="4963868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7pPr>
      <a:lvl8pPr marL="5791179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8pPr>
      <a:lvl9pPr marL="661849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18/10/relationships/comments" Target="../comments/modernComment_101_7788D4F4.xm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1" name="Picture 1080" descr="A chart of different colored boxes&#10;&#10;AI-generated content may be incorrect.">
            <a:extLst>
              <a:ext uri="{FF2B5EF4-FFF2-40B4-BE49-F238E27FC236}">
                <a16:creationId xmlns:a16="http://schemas.microsoft.com/office/drawing/2014/main" id="{E751C4E4-E854-FE7E-1EF9-268DA1A230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97" y="18530902"/>
            <a:ext cx="16459233" cy="6400813"/>
          </a:xfrm>
          <a:prstGeom prst="rect">
            <a:avLst/>
          </a:prstGeom>
        </p:spPr>
      </p:pic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0144416F-2A82-F7CC-0427-8A36932666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04"/>
          <a:stretch>
            <a:fillRect/>
          </a:stretch>
        </p:blipFill>
        <p:spPr>
          <a:xfrm>
            <a:off x="17722867" y="18667011"/>
            <a:ext cx="16135719" cy="10095800"/>
          </a:xfrm>
          <a:prstGeom prst="rect">
            <a:avLst/>
          </a:prstGeom>
        </p:spPr>
      </p:pic>
      <p:cxnSp>
        <p:nvCxnSpPr>
          <p:cNvPr id="1032" name="Straight Connector 1031">
            <a:extLst>
              <a:ext uri="{FF2B5EF4-FFF2-40B4-BE49-F238E27FC236}">
                <a16:creationId xmlns:a16="http://schemas.microsoft.com/office/drawing/2014/main" id="{15AF56DC-5EE6-BFA8-237F-07B49EFF2D22}"/>
              </a:ext>
            </a:extLst>
          </p:cNvPr>
          <p:cNvCxnSpPr>
            <a:cxnSpLocks/>
          </p:cNvCxnSpPr>
          <p:nvPr/>
        </p:nvCxnSpPr>
        <p:spPr>
          <a:xfrm>
            <a:off x="18238506" y="29047276"/>
            <a:ext cx="15099634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60AF3C6-E87C-784C-EFEA-27D2ADCE0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036" y="777081"/>
            <a:ext cx="26832555" cy="2580299"/>
          </a:xfrm>
        </p:spPr>
        <p:txBody>
          <a:bodyPr>
            <a:normAutofit/>
          </a:bodyPr>
          <a:lstStyle/>
          <a:p>
            <a:r>
              <a:rPr lang="en-US" dirty="0"/>
              <a:t>Porewater sulfate varies spatially and temporally across the coastal terrestrial-aquatic interface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75BAE-6112-7B97-7490-496A68DBDB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7036" y="3238453"/>
            <a:ext cx="31415565" cy="1247708"/>
          </a:xfrm>
        </p:spPr>
        <p:txBody>
          <a:bodyPr/>
          <a:lstStyle/>
          <a:p>
            <a:r>
              <a:rPr lang="en-US" sz="3600" b="1" dirty="0"/>
              <a:t>Zoe Read, </a:t>
            </a:r>
            <a:r>
              <a:rPr lang="en-US" sz="3600" dirty="0"/>
              <a:t>Stephanie J. Wilson, Alice Stearns, Evan Phillips, Nathan Chin, Pat Megonigal, Ben Bond-Lamberty, </a:t>
            </a:r>
            <a:r>
              <a:rPr lang="en-US" sz="3600" b="1" dirty="0"/>
              <a:t>and COMPASS team </a:t>
            </a:r>
          </a:p>
          <a:p>
            <a:r>
              <a:rPr lang="en-US" sz="3600" baseline="30000" dirty="0"/>
              <a:t>1</a:t>
            </a:r>
            <a:r>
              <a:rPr lang="en-US" sz="3600" dirty="0"/>
              <a:t>Smithsonian Environmental Research Center, Maryland, USA, </a:t>
            </a:r>
            <a:r>
              <a:rPr lang="en-US" sz="3600" baseline="30000" dirty="0"/>
              <a:t>2</a:t>
            </a:r>
            <a:r>
              <a:rPr lang="en-US" sz="3600" dirty="0"/>
              <a:t>Pacific Northwest National Laboratory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C87B8A1-9733-67EB-E4E3-F2570D73F838}"/>
              </a:ext>
            </a:extLst>
          </p:cNvPr>
          <p:cNvSpPr txBox="1">
            <a:spLocks/>
          </p:cNvSpPr>
          <p:nvPr/>
        </p:nvSpPr>
        <p:spPr>
          <a:xfrm>
            <a:off x="778417" y="4846740"/>
            <a:ext cx="16381197" cy="3778941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Background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monitor transects including upland coastal forest, forest transitioning to wetland, and wetlands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 the Chesapeake Bay Region </a:t>
            </a:r>
            <a:r>
              <a:rPr lang="en-US" sz="2800" dirty="0"/>
              <a:t>at four sites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that are oligohaline, mesohaline, and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polyhaline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Porewater sampling from 2022-2025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Analyzed for DIC, DOC, Total Alkalinity, CDOM, H</a:t>
            </a:r>
            <a:r>
              <a:rPr lang="en-US" sz="28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S, Cl</a:t>
            </a:r>
            <a:r>
              <a:rPr lang="en-US" sz="2800" baseline="30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Nutrients, and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SO</a:t>
            </a:r>
            <a:r>
              <a:rPr lang="en-US" sz="28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8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2-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err="1"/>
              <a:t>Aquatroll</a:t>
            </a:r>
            <a:r>
              <a:rPr lang="en-US" sz="2800" dirty="0"/>
              <a:t> AQ600 sensors deployed in the field, collecting continuous ground and soil water and salinity values</a:t>
            </a:r>
          </a:p>
          <a:p>
            <a:endParaRPr lang="en-US" sz="2800" dirty="0"/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00BF45BC-03E3-27BE-C768-387C6B2C806C}"/>
              </a:ext>
            </a:extLst>
          </p:cNvPr>
          <p:cNvCxnSpPr/>
          <p:nvPr/>
        </p:nvCxnSpPr>
        <p:spPr>
          <a:xfrm>
            <a:off x="685800" y="4739481"/>
            <a:ext cx="3337560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Connector 1035">
            <a:extLst>
              <a:ext uri="{FF2B5EF4-FFF2-40B4-BE49-F238E27FC236}">
                <a16:creationId xmlns:a16="http://schemas.microsoft.com/office/drawing/2014/main" id="{A0864A2A-8580-B800-4329-34DD10B52D76}"/>
              </a:ext>
            </a:extLst>
          </p:cNvPr>
          <p:cNvCxnSpPr>
            <a:cxnSpLocks/>
          </p:cNvCxnSpPr>
          <p:nvPr/>
        </p:nvCxnSpPr>
        <p:spPr>
          <a:xfrm>
            <a:off x="18067079" y="16169481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209C8AEE-D29E-C2A9-B7F5-38C8AE3FDCAC}"/>
              </a:ext>
            </a:extLst>
          </p:cNvPr>
          <p:cNvCxnSpPr>
            <a:cxnSpLocks/>
          </p:cNvCxnSpPr>
          <p:nvPr/>
        </p:nvCxnSpPr>
        <p:spPr>
          <a:xfrm>
            <a:off x="17385664" y="5073039"/>
            <a:ext cx="0" cy="26641242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8463A8F4-CE87-F09A-8258-6D6979B36D80}"/>
              </a:ext>
            </a:extLst>
          </p:cNvPr>
          <p:cNvCxnSpPr>
            <a:cxnSpLocks/>
          </p:cNvCxnSpPr>
          <p:nvPr/>
        </p:nvCxnSpPr>
        <p:spPr>
          <a:xfrm>
            <a:off x="742675" y="15483681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6" name="Text Placeholder 3">
            <a:extLst>
              <a:ext uri="{FF2B5EF4-FFF2-40B4-BE49-F238E27FC236}">
                <a16:creationId xmlns:a16="http://schemas.microsoft.com/office/drawing/2014/main" id="{3D22E29A-542C-2707-EE87-D32E923FD26A}"/>
              </a:ext>
            </a:extLst>
          </p:cNvPr>
          <p:cNvSpPr txBox="1">
            <a:spLocks/>
          </p:cNvSpPr>
          <p:nvPr/>
        </p:nvSpPr>
        <p:spPr>
          <a:xfrm>
            <a:off x="18450205" y="16504674"/>
            <a:ext cx="15095898" cy="209765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Seasonal variation</a:t>
            </a:r>
            <a:r>
              <a:rPr lang="en-US" sz="3600" b="1" dirty="0"/>
              <a:t>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Sulfate tends to increase throughout the year and decrease at the start of a new year.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Sulfate appears to be increasing over time at the </a:t>
            </a:r>
            <a:r>
              <a:rPr lang="en-US" sz="2800" dirty="0" err="1"/>
              <a:t>GCReW</a:t>
            </a:r>
            <a:r>
              <a:rPr lang="en-US" sz="2800" dirty="0"/>
              <a:t> site.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D73CC-38EE-87A4-659B-7AFB71426A3B}"/>
              </a:ext>
            </a:extLst>
          </p:cNvPr>
          <p:cNvSpPr txBox="1"/>
          <p:nvPr/>
        </p:nvSpPr>
        <p:spPr>
          <a:xfrm>
            <a:off x="1035122" y="12638236"/>
            <a:ext cx="1573854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1" dirty="0">
                <a:solidFill>
                  <a:srgbClr val="75BFE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Hypothesis: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is a hierarchical structure to </a:t>
            </a:r>
            <a:r>
              <a:rPr lang="en-US" sz="28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spatial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variation in ecosystem structure and function at the coastal TAI that is set by:</a:t>
            </a:r>
            <a:endParaRPr lang="en-US" sz="28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1) the depth and duration of soil saturation </a:t>
            </a:r>
            <a:endParaRPr lang="en-US" sz="2800" b="1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2) the abundance of redox-sensitive elements</a:t>
            </a: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3) their</a:t>
            </a:r>
            <a:r>
              <a:rPr lang="en-US" sz="28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interactions with plant traits</a:t>
            </a:r>
            <a:endParaRPr lang="en-US" sz="3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705218F-41E6-8FF9-6DE2-6F194B8E4A42}"/>
              </a:ext>
            </a:extLst>
          </p:cNvPr>
          <p:cNvGrpSpPr/>
          <p:nvPr/>
        </p:nvGrpSpPr>
        <p:grpSpPr>
          <a:xfrm>
            <a:off x="1185837" y="4996902"/>
            <a:ext cx="14975825" cy="7819779"/>
            <a:chOff x="-4093975" y="10585278"/>
            <a:chExt cx="15389819" cy="7038010"/>
          </a:xfrm>
        </p:grpSpPr>
        <p:sp>
          <p:nvSpPr>
            <p:cNvPr id="17" name="Text Placeholder 11">
              <a:extLst>
                <a:ext uri="{FF2B5EF4-FFF2-40B4-BE49-F238E27FC236}">
                  <a16:creationId xmlns:a16="http://schemas.microsoft.com/office/drawing/2014/main" id="{2BD42464-D16B-3701-0C0F-271BDE66BAA5}"/>
                </a:ext>
              </a:extLst>
            </p:cNvPr>
            <p:cNvSpPr txBox="1">
              <a:spLocks/>
            </p:cNvSpPr>
            <p:nvPr/>
          </p:nvSpPr>
          <p:spPr>
            <a:xfrm>
              <a:off x="353828" y="10585278"/>
              <a:ext cx="6170205" cy="2441318"/>
            </a:xfrm>
            <a:prstGeom prst="rect">
              <a:avLst/>
            </a:prstGeom>
            <a:ln>
              <a:noFill/>
            </a:ln>
          </p:spPr>
          <p:txBody>
            <a:bodyPr/>
            <a:lstStyle>
              <a:lvl1pPr marL="0" indent="0" algn="l" defTabSz="156751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2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1273602" indent="-489847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4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95938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4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3143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52689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310653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09440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878164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6661919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800" dirty="0">
                <a:solidFill>
                  <a:srgbClr val="419556"/>
                </a:solidFill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2C4E4F-82D2-D6F9-9AC8-C28F32695521}"/>
                </a:ext>
              </a:extLst>
            </p:cNvPr>
            <p:cNvGrpSpPr/>
            <p:nvPr/>
          </p:nvGrpSpPr>
          <p:grpSpPr>
            <a:xfrm>
              <a:off x="-4093975" y="13332543"/>
              <a:ext cx="15389819" cy="4290745"/>
              <a:chOff x="-4114879" y="9198158"/>
              <a:chExt cx="15389819" cy="4290745"/>
            </a:xfrm>
          </p:grpSpPr>
          <p:graphicFrame>
            <p:nvGraphicFramePr>
              <p:cNvPr id="20" name="Google Shape;116;p4">
                <a:extLst>
                  <a:ext uri="{FF2B5EF4-FFF2-40B4-BE49-F238E27FC236}">
                    <a16:creationId xmlns:a16="http://schemas.microsoft.com/office/drawing/2014/main" id="{6EE1AE5B-A26D-71DD-8EF3-D283BC117F1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41652528"/>
                  </p:ext>
                </p:extLst>
              </p:nvPr>
            </p:nvGraphicFramePr>
            <p:xfrm>
              <a:off x="-4114879" y="9683969"/>
              <a:ext cx="3682599" cy="2585472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1824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0106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506206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chemeClr val="lt1"/>
                              </a:solidFill>
                              <a:latin typeface="+mj-lt"/>
                            </a:rPr>
                            <a:t>Site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24242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chemeClr val="lt1"/>
                              </a:solidFill>
                              <a:latin typeface="+mj-lt"/>
                            </a:rPr>
                            <a:t>Salinity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24242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7454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dirty="0">
                              <a:latin typeface="+mj-lt"/>
                            </a:rPr>
                            <a:t>Sweethall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0-2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6206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GCReW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8-10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M</a:t>
                          </a:r>
                          <a:r>
                            <a:rPr lang="en-US" sz="2400" dirty="0">
                              <a:latin typeface="+mj-lt"/>
                            </a:rPr>
                            <a:t>oneyStump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>
                              <a:solidFill>
                                <a:srgbClr val="000000"/>
                              </a:solidFill>
                              <a:latin typeface="+mj-lt"/>
                            </a:rPr>
                            <a:t>8-10</a:t>
                          </a:r>
                          <a:endParaRPr sz="240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95585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G</a:t>
                          </a:r>
                          <a:r>
                            <a:rPr lang="en-US" sz="2400" dirty="0">
                              <a:latin typeface="+mj-lt"/>
                            </a:rPr>
                            <a:t>oodwin Islands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18-20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744546CE-2EC9-735C-F6B3-4A137D102F0F}"/>
                  </a:ext>
                </a:extLst>
              </p:cNvPr>
              <p:cNvGrpSpPr/>
              <p:nvPr/>
            </p:nvGrpSpPr>
            <p:grpSpPr>
              <a:xfrm>
                <a:off x="272558" y="9198158"/>
                <a:ext cx="11002382" cy="4290745"/>
                <a:chOff x="928742" y="15582937"/>
                <a:chExt cx="9627773" cy="3356493"/>
              </a:xfrm>
            </p:grpSpPr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8454ACA-A266-32A3-C891-C89EAA9E01CB}"/>
                    </a:ext>
                  </a:extLst>
                </p:cNvPr>
                <p:cNvSpPr txBox="1"/>
                <p:nvPr/>
              </p:nvSpPr>
              <p:spPr>
                <a:xfrm>
                  <a:off x="5924325" y="18335237"/>
                  <a:ext cx="2668307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AD9335"/>
                      </a:solidFill>
                      <a:effectLst/>
                      <a:latin typeface="Arial" panose="020B0604020202020204" pitchFamily="34" charset="0"/>
                    </a:rPr>
                    <a:t>Transition </a:t>
                  </a:r>
                  <a:endParaRPr lang="en-US" b="0" dirty="0">
                    <a:effectLst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84190F2-EFC3-A118-D2D7-FB24CCBD39B4}"/>
                    </a:ext>
                  </a:extLst>
                </p:cNvPr>
                <p:cNvSpPr txBox="1"/>
                <p:nvPr/>
              </p:nvSpPr>
              <p:spPr>
                <a:xfrm>
                  <a:off x="3615900" y="18327135"/>
                  <a:ext cx="2015164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7F7F7F"/>
                      </a:solidFill>
                      <a:effectLst/>
                      <a:latin typeface="Arial" panose="020B0604020202020204" pitchFamily="34" charset="0"/>
                    </a:rPr>
                    <a:t>Upland </a:t>
                  </a:r>
                  <a:endParaRPr lang="en-US" dirty="0"/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3FB73FF-BFA6-26DB-AA0A-F51D66FFA661}"/>
                    </a:ext>
                  </a:extLst>
                </p:cNvPr>
                <p:cNvSpPr txBox="1"/>
                <p:nvPr/>
              </p:nvSpPr>
              <p:spPr>
                <a:xfrm>
                  <a:off x="8346715" y="18354655"/>
                  <a:ext cx="2209800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214A2B"/>
                      </a:solidFill>
                      <a:effectLst/>
                      <a:latin typeface="Arial" panose="020B0604020202020204" pitchFamily="34" charset="0"/>
                    </a:rPr>
                    <a:t>Wetland </a:t>
                  </a:r>
                  <a:endParaRPr lang="en-US" dirty="0"/>
                </a:p>
              </p:txBody>
            </p: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971C545D-FDC3-D326-1EAC-5618EEB032BF}"/>
                    </a:ext>
                  </a:extLst>
                </p:cNvPr>
                <p:cNvGrpSpPr/>
                <p:nvPr/>
              </p:nvGrpSpPr>
              <p:grpSpPr>
                <a:xfrm>
                  <a:off x="928742" y="15582937"/>
                  <a:ext cx="9424200" cy="3179751"/>
                  <a:chOff x="899080" y="7578118"/>
                  <a:chExt cx="9424200" cy="3179751"/>
                </a:xfrm>
              </p:grpSpPr>
              <p:pic>
                <p:nvPicPr>
                  <p:cNvPr id="29" name="Picture 14">
                    <a:extLst>
                      <a:ext uri="{FF2B5EF4-FFF2-40B4-BE49-F238E27FC236}">
                        <a16:creationId xmlns:a16="http://schemas.microsoft.com/office/drawing/2014/main" id="{5D396374-1D6A-7D31-B4E5-8759728546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500" t="37555" r="55500" b="10000"/>
                  <a:stretch/>
                </p:blipFill>
                <p:spPr bwMode="auto">
                  <a:xfrm>
                    <a:off x="899080" y="7578118"/>
                    <a:ext cx="2263551" cy="3179751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0" name="Picture 16">
                    <a:extLst>
                      <a:ext uri="{FF2B5EF4-FFF2-40B4-BE49-F238E27FC236}">
                        <a16:creationId xmlns:a16="http://schemas.microsoft.com/office/drawing/2014/main" id="{2E43BF24-48A1-D61A-62BA-CC3D0932848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7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28816" b="28777"/>
                  <a:stretch/>
                </p:blipFill>
                <p:spPr bwMode="auto">
                  <a:xfrm>
                    <a:off x="3657600" y="8315169"/>
                    <a:ext cx="6553200" cy="1851522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31" name="Isosceles Triangle 9">
                    <a:extLst>
                      <a:ext uri="{FF2B5EF4-FFF2-40B4-BE49-F238E27FC236}">
                        <a16:creationId xmlns:a16="http://schemas.microsoft.com/office/drawing/2014/main" id="{9187A6BA-BC5B-ADEA-5C80-21A90D319C6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022821" y="8767998"/>
                    <a:ext cx="2072359" cy="965647"/>
                  </a:xfrm>
                  <a:custGeom>
                    <a:avLst/>
                    <a:gdLst>
                      <a:gd name="connsiteX0" fmla="*/ 0 w 1858996"/>
                      <a:gd name="connsiteY0" fmla="*/ 1119526 h 1119526"/>
                      <a:gd name="connsiteX1" fmla="*/ 929498 w 1858996"/>
                      <a:gd name="connsiteY1" fmla="*/ 0 h 1119526"/>
                      <a:gd name="connsiteX2" fmla="*/ 1858996 w 1858996"/>
                      <a:gd name="connsiteY2" fmla="*/ 1119526 h 1119526"/>
                      <a:gd name="connsiteX3" fmla="*/ 0 w 1858996"/>
                      <a:gd name="connsiteY3" fmla="*/ 1119526 h 1119526"/>
                      <a:gd name="connsiteX0" fmla="*/ 0 w 1858996"/>
                      <a:gd name="connsiteY0" fmla="*/ 1081426 h 1081426"/>
                      <a:gd name="connsiteX1" fmla="*/ 1405748 w 1858996"/>
                      <a:gd name="connsiteY1" fmla="*/ 0 h 1081426"/>
                      <a:gd name="connsiteX2" fmla="*/ 1858996 w 1858996"/>
                      <a:gd name="connsiteY2" fmla="*/ 1081426 h 1081426"/>
                      <a:gd name="connsiteX3" fmla="*/ 0 w 1858996"/>
                      <a:gd name="connsiteY3" fmla="*/ 1081426 h 10814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858996" h="1081426">
                        <a:moveTo>
                          <a:pt x="0" y="1081426"/>
                        </a:moveTo>
                        <a:lnTo>
                          <a:pt x="1405748" y="0"/>
                        </a:lnTo>
                        <a:lnTo>
                          <a:pt x="1858996" y="1081426"/>
                        </a:lnTo>
                        <a:lnTo>
                          <a:pt x="0" y="1081426"/>
                        </a:lnTo>
                        <a:close/>
                      </a:path>
                    </a:pathLst>
                  </a:custGeom>
                  <a:solidFill>
                    <a:srgbClr val="A6A6A6">
                      <a:alpha val="60000"/>
                    </a:srgbClr>
                  </a:solidFill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4" name="Rectangle 1023">
                    <a:extLst>
                      <a:ext uri="{FF2B5EF4-FFF2-40B4-BE49-F238E27FC236}">
                        <a16:creationId xmlns:a16="http://schemas.microsoft.com/office/drawing/2014/main" id="{534B1453-A12C-51C2-7D42-7A9A13707632}"/>
                      </a:ext>
                    </a:extLst>
                  </p:cNvPr>
                  <p:cNvSpPr/>
                  <p:nvPr/>
                </p:nvSpPr>
                <p:spPr>
                  <a:xfrm>
                    <a:off x="3545120" y="8214640"/>
                    <a:ext cx="2007627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777469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5" name="Rectangle 1024">
                    <a:extLst>
                      <a:ext uri="{FF2B5EF4-FFF2-40B4-BE49-F238E27FC236}">
                        <a16:creationId xmlns:a16="http://schemas.microsoft.com/office/drawing/2014/main" id="{9F20B42B-9512-BB49-4F59-11A4D0326422}"/>
                      </a:ext>
                    </a:extLst>
                  </p:cNvPr>
                  <p:cNvSpPr/>
                  <p:nvPr/>
                </p:nvSpPr>
                <p:spPr>
                  <a:xfrm>
                    <a:off x="6079668" y="8214641"/>
                    <a:ext cx="2209801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AD933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6" name="Rectangle 1025">
                    <a:extLst>
                      <a:ext uri="{FF2B5EF4-FFF2-40B4-BE49-F238E27FC236}">
                        <a16:creationId xmlns:a16="http://schemas.microsoft.com/office/drawing/2014/main" id="{DE5C81FB-2A8D-A005-8B1C-169458704852}"/>
                      </a:ext>
                    </a:extLst>
                  </p:cNvPr>
                  <p:cNvSpPr/>
                  <p:nvPr/>
                </p:nvSpPr>
                <p:spPr>
                  <a:xfrm>
                    <a:off x="8516357" y="8214641"/>
                    <a:ext cx="1806923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214A2B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09B9D4B3-825A-6240-B76A-180647AC14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908" y="7662833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GCReW</a:t>
                    </a:r>
                  </a:p>
                </p:txBody>
              </p:sp>
              <p:sp>
                <p:nvSpPr>
                  <p:cNvPr id="1028" name="TextBox 1027">
                    <a:extLst>
                      <a:ext uri="{FF2B5EF4-FFF2-40B4-BE49-F238E27FC236}">
                        <a16:creationId xmlns:a16="http://schemas.microsoft.com/office/drawing/2014/main" id="{21EEE5BE-6B05-FC7D-1F1A-67A39BAA5CDA}"/>
                      </a:ext>
                    </a:extLst>
                  </p:cNvPr>
                  <p:cNvSpPr txBox="1"/>
                  <p:nvPr/>
                </p:nvSpPr>
                <p:spPr>
                  <a:xfrm>
                    <a:off x="1261457" y="8174021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Money Stump</a:t>
                    </a:r>
                  </a:p>
                </p:txBody>
              </p:sp>
              <p:sp>
                <p:nvSpPr>
                  <p:cNvPr id="1029" name="TextBox 1028">
                    <a:extLst>
                      <a:ext uri="{FF2B5EF4-FFF2-40B4-BE49-F238E27FC236}">
                        <a16:creationId xmlns:a16="http://schemas.microsoft.com/office/drawing/2014/main" id="{C7415B56-3138-683E-A33F-94BF1FC8C347}"/>
                      </a:ext>
                    </a:extLst>
                  </p:cNvPr>
                  <p:cNvSpPr txBox="1"/>
                  <p:nvPr/>
                </p:nvSpPr>
                <p:spPr>
                  <a:xfrm>
                    <a:off x="1778391" y="9662022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Goodwin Islands</a:t>
                    </a:r>
                  </a:p>
                </p:txBody>
              </p:sp>
              <p:sp>
                <p:nvSpPr>
                  <p:cNvPr id="1030" name="TextBox 1029">
                    <a:extLst>
                      <a:ext uri="{FF2B5EF4-FFF2-40B4-BE49-F238E27FC236}">
                        <a16:creationId xmlns:a16="http://schemas.microsoft.com/office/drawing/2014/main" id="{65E00C91-BBF6-45C7-C690-D1D7A6D871AE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980" y="9118251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Sweethall</a:t>
                    </a:r>
                  </a:p>
                </p:txBody>
              </p:sp>
            </p:grpSp>
          </p:grpSp>
        </p:grpSp>
      </p:grpSp>
      <p:sp>
        <p:nvSpPr>
          <p:cNvPr id="1033" name="Text Placeholder 3">
            <a:extLst>
              <a:ext uri="{FF2B5EF4-FFF2-40B4-BE49-F238E27FC236}">
                <a16:creationId xmlns:a16="http://schemas.microsoft.com/office/drawing/2014/main" id="{32C2827D-C730-B34A-4122-5BD22CBCDCCA}"/>
              </a:ext>
            </a:extLst>
          </p:cNvPr>
          <p:cNvSpPr txBox="1">
            <a:spLocks/>
          </p:cNvSpPr>
          <p:nvPr/>
        </p:nvSpPr>
        <p:spPr>
          <a:xfrm>
            <a:off x="18166504" y="29396420"/>
            <a:ext cx="14861984" cy="275209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Take-home messages</a:t>
            </a:r>
            <a:endParaRPr lang="en-US" sz="3600" b="1" dirty="0"/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Sulfate, a redox-sensitive element, was affected by soil saturation and depth, although this effect varies across the TAI.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In the future, we can examine the sulfate-depth relationship to determine if there are patterns that explain its variability across sites and zones. </a:t>
            </a:r>
          </a:p>
        </p:txBody>
      </p:sp>
      <p:sp>
        <p:nvSpPr>
          <p:cNvPr id="1034" name="Text Placeholder 3">
            <a:extLst>
              <a:ext uri="{FF2B5EF4-FFF2-40B4-BE49-F238E27FC236}">
                <a16:creationId xmlns:a16="http://schemas.microsoft.com/office/drawing/2014/main" id="{3B019716-EAFE-3F05-01D8-F3689D302ED2}"/>
              </a:ext>
            </a:extLst>
          </p:cNvPr>
          <p:cNvSpPr txBox="1">
            <a:spLocks/>
          </p:cNvSpPr>
          <p:nvPr/>
        </p:nvSpPr>
        <p:spPr>
          <a:xfrm>
            <a:off x="1270093" y="15559881"/>
            <a:ext cx="15429360" cy="815503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Porewater Sulfate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Porewater was analyzed for Sulfate (SO</a:t>
            </a:r>
            <a:r>
              <a:rPr lang="en-US" sz="2800" baseline="-25000" dirty="0"/>
              <a:t>4</a:t>
            </a:r>
            <a:r>
              <a:rPr lang="en-US" sz="2800" baseline="30000" dirty="0"/>
              <a:t>2-</a:t>
            </a:r>
            <a:r>
              <a:rPr lang="en-US" sz="2800" dirty="0"/>
              <a:t>) in 2,293 samples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Sulfate increased from upland forest through transition zones to the wetland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Sulfate also increased from </a:t>
            </a:r>
            <a:r>
              <a:rPr lang="en-US" sz="2800" dirty="0" err="1"/>
              <a:t>Sweethall</a:t>
            </a:r>
            <a:r>
              <a:rPr lang="en-US" sz="2800" dirty="0"/>
              <a:t> site (oligohaline) to Goodwin Islands site (</a:t>
            </a:r>
            <a:r>
              <a:rPr lang="en-US" sz="2800" dirty="0" err="1"/>
              <a:t>polyhaline</a:t>
            </a:r>
            <a:r>
              <a:rPr lang="en-US" sz="2800" dirty="0"/>
              <a:t>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Surface water was a source of sulfate into these ecosystems.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35" name="Text Placeholder 3">
            <a:extLst>
              <a:ext uri="{FF2B5EF4-FFF2-40B4-BE49-F238E27FC236}">
                <a16:creationId xmlns:a16="http://schemas.microsoft.com/office/drawing/2014/main" id="{8DA61A9E-9FD6-923F-C6C1-69FD27ACDB80}"/>
              </a:ext>
            </a:extLst>
          </p:cNvPr>
          <p:cNvSpPr txBox="1">
            <a:spLocks/>
          </p:cNvSpPr>
          <p:nvPr/>
        </p:nvSpPr>
        <p:spPr>
          <a:xfrm>
            <a:off x="18029138" y="4968081"/>
            <a:ext cx="15939643" cy="2996291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Environmental variables</a:t>
            </a:r>
            <a:endParaRPr lang="en-US" b="1" dirty="0"/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Sulfate increases with increasing groundwater salinity, groundwater water level, soil electrical conductivity, and soil volumetric water content.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800" dirty="0"/>
              <a:t>Sulfate at all depths increase with soil electrical conductivity and soil volumetric water content, which were measured at 10 cm, indicating that similar processes may be occurring at all depths. 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580F8D7-E067-282C-0BEF-1FA899DCFD3B}"/>
              </a:ext>
            </a:extLst>
          </p:cNvPr>
          <p:cNvSpPr txBox="1">
            <a:spLocks/>
          </p:cNvSpPr>
          <p:nvPr/>
        </p:nvSpPr>
        <p:spPr>
          <a:xfrm>
            <a:off x="888614" y="24794643"/>
            <a:ext cx="15095898" cy="2423838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Depth</a:t>
            </a:r>
            <a:endParaRPr lang="en-US" sz="3600" dirty="0"/>
          </a:p>
          <a:p>
            <a:pPr marL="688975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Porewater was sampled at three depths: 10, 20, and 45 cm</a:t>
            </a:r>
          </a:p>
          <a:p>
            <a:pPr marL="688975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Sulfate concentration changes by depth, but this effect varies across site and zone. </a:t>
            </a:r>
            <a:endParaRPr lang="en-US" sz="28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DACE8AF-5A3B-350F-CBBD-990A9C27B8D4}"/>
              </a:ext>
            </a:extLst>
          </p:cNvPr>
          <p:cNvCxnSpPr>
            <a:cxnSpLocks/>
          </p:cNvCxnSpPr>
          <p:nvPr/>
        </p:nvCxnSpPr>
        <p:spPr>
          <a:xfrm>
            <a:off x="884878" y="24703881"/>
            <a:ext cx="15888785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5" name="Picture 108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E2D53CD-2078-3011-EB8F-F1979C9B3B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559" y="26620977"/>
            <a:ext cx="16459233" cy="5029210"/>
          </a:xfrm>
          <a:prstGeom prst="rect">
            <a:avLst/>
          </a:prstGeom>
        </p:spPr>
      </p:pic>
      <p:pic>
        <p:nvPicPr>
          <p:cNvPr id="1104" name="Picture 1103" descr="A graph of water level and value&#10;&#10;AI-generated content may be incorrect.">
            <a:extLst>
              <a:ext uri="{FF2B5EF4-FFF2-40B4-BE49-F238E27FC236}">
                <a16:creationId xmlns:a16="http://schemas.microsoft.com/office/drawing/2014/main" id="{BB487FD2-0D02-18A0-8E65-73832FF970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6241" y="7635081"/>
            <a:ext cx="16459233" cy="7315215"/>
          </a:xfrm>
          <a:prstGeom prst="rect">
            <a:avLst/>
          </a:prstGeom>
        </p:spPr>
      </p:pic>
      <p:sp>
        <p:nvSpPr>
          <p:cNvPr id="1106" name="TextBox 1105">
            <a:extLst>
              <a:ext uri="{FF2B5EF4-FFF2-40B4-BE49-F238E27FC236}">
                <a16:creationId xmlns:a16="http://schemas.microsoft.com/office/drawing/2014/main" id="{990614C8-403D-9EED-A601-7B130D60F6F4}"/>
              </a:ext>
            </a:extLst>
          </p:cNvPr>
          <p:cNvSpPr txBox="1"/>
          <p:nvPr/>
        </p:nvSpPr>
        <p:spPr>
          <a:xfrm>
            <a:off x="17722867" y="14864430"/>
            <a:ext cx="1744317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Groundwater Salinity measured in meters relative to the ground surface, where positive values indicate water levels above the ground surface. </a:t>
            </a:r>
          </a:p>
        </p:txBody>
      </p:sp>
    </p:spTree>
    <p:extLst>
      <p:ext uri="{BB962C8B-B14F-4D97-AF65-F5344CB8AC3E}">
        <p14:creationId xmlns:p14="http://schemas.microsoft.com/office/powerpoint/2010/main" val="20054561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13111</TotalTime>
  <Words>479</Words>
  <Application>Microsoft Office PowerPoint</Application>
  <PresentationFormat>Custom</PresentationFormat>
  <Paragraphs>50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Office Theme</vt:lpstr>
      <vt:lpstr>Porewater sulfate varies spatially and temporally across the coastal terrestrial-aquatic interface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Read, Zoe</cp:lastModifiedBy>
  <cp:revision>52</cp:revision>
  <dcterms:created xsi:type="dcterms:W3CDTF">2012-11-30T02:20:55Z</dcterms:created>
  <dcterms:modified xsi:type="dcterms:W3CDTF">2026-03-13T16:03:12Z</dcterms:modified>
</cp:coreProperties>
</file>