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36576000" cy="43891200"/>
  <p:notesSz cx="6858000" cy="9144000"/>
  <p:defaultTextStyle>
    <a:defPPr>
      <a:defRPr lang="en-US"/>
    </a:defPPr>
    <a:lvl1pPr marL="0" algn="l" defTabSz="1970517" rtl="0" eaLnBrk="1" latinLnBrk="0" hangingPunct="1">
      <a:defRPr sz="3897" kern="1200">
        <a:solidFill>
          <a:schemeClr val="tx1"/>
        </a:solidFill>
        <a:latin typeface="+mn-lt"/>
        <a:ea typeface="+mn-ea"/>
        <a:cs typeface="+mn-cs"/>
      </a:defRPr>
    </a:lvl1pPr>
    <a:lvl2pPr marL="985258" algn="l" defTabSz="1970517" rtl="0" eaLnBrk="1" latinLnBrk="0" hangingPunct="1">
      <a:defRPr sz="3897" kern="1200">
        <a:solidFill>
          <a:schemeClr val="tx1"/>
        </a:solidFill>
        <a:latin typeface="+mn-lt"/>
        <a:ea typeface="+mn-ea"/>
        <a:cs typeface="+mn-cs"/>
      </a:defRPr>
    </a:lvl2pPr>
    <a:lvl3pPr marL="1970517" algn="l" defTabSz="1970517" rtl="0" eaLnBrk="1" latinLnBrk="0" hangingPunct="1">
      <a:defRPr sz="3897" kern="1200">
        <a:solidFill>
          <a:schemeClr val="tx1"/>
        </a:solidFill>
        <a:latin typeface="+mn-lt"/>
        <a:ea typeface="+mn-ea"/>
        <a:cs typeface="+mn-cs"/>
      </a:defRPr>
    </a:lvl3pPr>
    <a:lvl4pPr marL="2955776" algn="l" defTabSz="1970517" rtl="0" eaLnBrk="1" latinLnBrk="0" hangingPunct="1">
      <a:defRPr sz="3897" kern="1200">
        <a:solidFill>
          <a:schemeClr val="tx1"/>
        </a:solidFill>
        <a:latin typeface="+mn-lt"/>
        <a:ea typeface="+mn-ea"/>
        <a:cs typeface="+mn-cs"/>
      </a:defRPr>
    </a:lvl4pPr>
    <a:lvl5pPr marL="3941035" algn="l" defTabSz="1970517" rtl="0" eaLnBrk="1" latinLnBrk="0" hangingPunct="1">
      <a:defRPr sz="3897" kern="1200">
        <a:solidFill>
          <a:schemeClr val="tx1"/>
        </a:solidFill>
        <a:latin typeface="+mn-lt"/>
        <a:ea typeface="+mn-ea"/>
        <a:cs typeface="+mn-cs"/>
      </a:defRPr>
    </a:lvl5pPr>
    <a:lvl6pPr marL="4926293" algn="l" defTabSz="1970517" rtl="0" eaLnBrk="1" latinLnBrk="0" hangingPunct="1">
      <a:defRPr sz="3897" kern="1200">
        <a:solidFill>
          <a:schemeClr val="tx1"/>
        </a:solidFill>
        <a:latin typeface="+mn-lt"/>
        <a:ea typeface="+mn-ea"/>
        <a:cs typeface="+mn-cs"/>
      </a:defRPr>
    </a:lvl6pPr>
    <a:lvl7pPr marL="5911552" algn="l" defTabSz="1970517" rtl="0" eaLnBrk="1" latinLnBrk="0" hangingPunct="1">
      <a:defRPr sz="3897" kern="1200">
        <a:solidFill>
          <a:schemeClr val="tx1"/>
        </a:solidFill>
        <a:latin typeface="+mn-lt"/>
        <a:ea typeface="+mn-ea"/>
        <a:cs typeface="+mn-cs"/>
      </a:defRPr>
    </a:lvl7pPr>
    <a:lvl8pPr marL="6896810" algn="l" defTabSz="1970517" rtl="0" eaLnBrk="1" latinLnBrk="0" hangingPunct="1">
      <a:defRPr sz="3897" kern="1200">
        <a:solidFill>
          <a:schemeClr val="tx1"/>
        </a:solidFill>
        <a:latin typeface="+mn-lt"/>
        <a:ea typeface="+mn-ea"/>
        <a:cs typeface="+mn-cs"/>
      </a:defRPr>
    </a:lvl8pPr>
    <a:lvl9pPr marL="7882069" algn="l" defTabSz="1970517" rtl="0" eaLnBrk="1" latinLnBrk="0" hangingPunct="1">
      <a:defRPr sz="38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9758"/>
    <a:srgbClr val="75B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307F3-40D5-416B-8F15-9E26BE3C1BE0}" v="17" dt="2026-03-12T20:24:50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5"/>
    <p:restoredTop sz="94681"/>
  </p:normalViewPr>
  <p:slideViewPr>
    <p:cSldViewPr>
      <p:cViewPr varScale="1">
        <p:scale>
          <a:sx n="15" d="100"/>
          <a:sy n="15" d="100"/>
        </p:scale>
        <p:origin x="1608" y="90"/>
      </p:cViewPr>
      <p:guideLst>
        <p:guide orient="horz" pos="13824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ad, Zoe" userId="b08cd0fd-26d2-470b-8ec0-c6e6cb2a79bd" providerId="ADAL" clId="{5AEB2719-95A5-4ED2-9E0E-ED462BB10526}"/>
    <pc:docChg chg="undo custSel modSld modMainMaster">
      <pc:chgData name="Read, Zoe" userId="b08cd0fd-26d2-470b-8ec0-c6e6cb2a79bd" providerId="ADAL" clId="{5AEB2719-95A5-4ED2-9E0E-ED462BB10526}" dt="2026-03-12T20:24:59.814" v="62" actId="478"/>
      <pc:docMkLst>
        <pc:docMk/>
      </pc:docMkLst>
      <pc:sldChg chg="addSp delSp modSp mod">
        <pc:chgData name="Read, Zoe" userId="b08cd0fd-26d2-470b-8ec0-c6e6cb2a79bd" providerId="ADAL" clId="{5AEB2719-95A5-4ED2-9E0E-ED462BB10526}" dt="2026-03-12T20:24:59.814" v="62" actId="478"/>
        <pc:sldMkLst>
          <pc:docMk/>
          <pc:sldMk cId="2004079467" sldId="259"/>
        </pc:sldMkLst>
        <pc:spChg chg="mod">
          <ac:chgData name="Read, Zoe" userId="b08cd0fd-26d2-470b-8ec0-c6e6cb2a79bd" providerId="ADAL" clId="{5AEB2719-95A5-4ED2-9E0E-ED462BB10526}" dt="2026-03-12T20:18:58.981" v="1" actId="20577"/>
          <ac:spMkLst>
            <pc:docMk/>
            <pc:sldMk cId="2004079467" sldId="259"/>
            <ac:spMk id="2" creationId="{C89E8464-81CB-92D3-5AC7-A6B60763082C}"/>
          </ac:spMkLst>
        </pc:spChg>
        <pc:spChg chg="mod">
          <ac:chgData name="Read, Zoe" userId="b08cd0fd-26d2-470b-8ec0-c6e6cb2a79bd" providerId="ADAL" clId="{5AEB2719-95A5-4ED2-9E0E-ED462BB10526}" dt="2026-03-12T20:19:05.400" v="3" actId="20577"/>
          <ac:spMkLst>
            <pc:docMk/>
            <pc:sldMk cId="2004079467" sldId="259"/>
            <ac:spMk id="3" creationId="{B3465B41-DAA2-DCC9-32E9-7E00E19C28D5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5" creationId="{3016F121-A2BA-A984-CB58-265698576097}"/>
          </ac:spMkLst>
        </pc:spChg>
        <pc:spChg chg="del mod">
          <ac:chgData name="Read, Zoe" userId="b08cd0fd-26d2-470b-8ec0-c6e6cb2a79bd" providerId="ADAL" clId="{5AEB2719-95A5-4ED2-9E0E-ED462BB10526}" dt="2026-03-12T20:24:59.814" v="62" actId="478"/>
          <ac:spMkLst>
            <pc:docMk/>
            <pc:sldMk cId="2004079467" sldId="259"/>
            <ac:spMk id="7" creationId="{A49C79F4-8D4A-AFB2-B2FB-211C124A5DB5}"/>
          </ac:spMkLst>
        </pc:spChg>
        <pc:spChg chg="mod">
          <ac:chgData name="Read, Zoe" userId="b08cd0fd-26d2-470b-8ec0-c6e6cb2a79bd" providerId="ADAL" clId="{5AEB2719-95A5-4ED2-9E0E-ED462BB10526}" dt="2026-03-12T20:22:30.443" v="43" actId="14100"/>
          <ac:spMkLst>
            <pc:docMk/>
            <pc:sldMk cId="2004079467" sldId="259"/>
            <ac:spMk id="9" creationId="{8E19D199-E17E-D5F1-8E33-EFB3AA0EECD3}"/>
          </ac:spMkLst>
        </pc:spChg>
        <pc:spChg chg="mod">
          <ac:chgData name="Read, Zoe" userId="b08cd0fd-26d2-470b-8ec0-c6e6cb2a79bd" providerId="ADAL" clId="{5AEB2719-95A5-4ED2-9E0E-ED462BB10526}" dt="2026-03-12T20:23:34.989" v="57" actId="1076"/>
          <ac:spMkLst>
            <pc:docMk/>
            <pc:sldMk cId="2004079467" sldId="259"/>
            <ac:spMk id="10" creationId="{36D50DBC-0E3A-0321-B973-95AEB2483598}"/>
          </ac:spMkLst>
        </pc:spChg>
        <pc:spChg chg="del">
          <ac:chgData name="Read, Zoe" userId="b08cd0fd-26d2-470b-8ec0-c6e6cb2a79bd" providerId="ADAL" clId="{5AEB2719-95A5-4ED2-9E0E-ED462BB10526}" dt="2026-03-12T20:23:38.673" v="58" actId="478"/>
          <ac:spMkLst>
            <pc:docMk/>
            <pc:sldMk cId="2004079467" sldId="259"/>
            <ac:spMk id="11" creationId="{CC70C158-B8B1-73B0-0C7A-54B956AEA3BB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16" creationId="{E0D9E24C-C2DB-2D0E-CA54-54F25AC8CC0A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18" creationId="{920C9DEA-E578-5373-18E5-350865C7777A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22" creationId="{F9695197-0372-36BD-CF7D-7C6BADCA7DB9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23" creationId="{ABA8B7CC-1FE4-251F-79DA-0A05B8700085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25" creationId="{4C5B3312-2479-3346-1E6F-62ED14C1564E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26" creationId="{51528697-AA68-29FF-9215-D838167DF3EF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27" creationId="{7B372F78-9019-1A74-3F3C-916FFA4FFDC1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28" creationId="{BFE2514F-65F7-C634-5697-EA483C6F84BF}"/>
          </ac:spMkLst>
        </pc:spChg>
        <pc:spChg chg="mod">
          <ac:chgData name="Read, Zoe" userId="b08cd0fd-26d2-470b-8ec0-c6e6cb2a79bd" providerId="ADAL" clId="{5AEB2719-95A5-4ED2-9E0E-ED462BB10526}" dt="2026-03-12T20:22:39.251" v="47" actId="1036"/>
          <ac:spMkLst>
            <pc:docMk/>
            <pc:sldMk cId="2004079467" sldId="259"/>
            <ac:spMk id="29" creationId="{C32DDAA2-6DBA-FC18-4A38-004EDC74ED07}"/>
          </ac:spMkLst>
        </pc:spChg>
        <pc:spChg chg="add mod">
          <ac:chgData name="Read, Zoe" userId="b08cd0fd-26d2-470b-8ec0-c6e6cb2a79bd" providerId="ADAL" clId="{5AEB2719-95A5-4ED2-9E0E-ED462BB10526}" dt="2026-03-12T20:23:48.248" v="60" actId="14100"/>
          <ac:spMkLst>
            <pc:docMk/>
            <pc:sldMk cId="2004079467" sldId="259"/>
            <ac:spMk id="31" creationId="{EBEF1B36-51E3-0CF2-F9CF-8EAE0D3881FF}"/>
          </ac:spMkLst>
        </pc:spChg>
        <pc:graphicFrameChg chg="mod">
          <ac:chgData name="Read, Zoe" userId="b08cd0fd-26d2-470b-8ec0-c6e6cb2a79bd" providerId="ADAL" clId="{5AEB2719-95A5-4ED2-9E0E-ED462BB10526}" dt="2026-03-12T20:22:35.332" v="44" actId="1076"/>
          <ac:graphicFrameMkLst>
            <pc:docMk/>
            <pc:sldMk cId="2004079467" sldId="259"/>
            <ac:graphicFrameMk id="14" creationId="{56F9B1C2-D9C1-75DA-BFAC-38CC49A9F9DC}"/>
          </ac:graphicFrameMkLst>
        </pc:graphicFrameChg>
        <pc:picChg chg="add mod">
          <ac:chgData name="Read, Zoe" userId="b08cd0fd-26d2-470b-8ec0-c6e6cb2a79bd" providerId="ADAL" clId="{5AEB2719-95A5-4ED2-9E0E-ED462BB10526}" dt="2026-03-12T20:23:02.190" v="49" actId="1076"/>
          <ac:picMkLst>
            <pc:docMk/>
            <pc:sldMk cId="2004079467" sldId="259"/>
            <ac:picMk id="30" creationId="{E49A93CD-9A22-A9D8-A4F9-ABBFD8A3A429}"/>
          </ac:picMkLst>
        </pc:picChg>
        <pc:picChg chg="add mod">
          <ac:chgData name="Read, Zoe" userId="b08cd0fd-26d2-470b-8ec0-c6e6cb2a79bd" providerId="ADAL" clId="{5AEB2719-95A5-4ED2-9E0E-ED462BB10526}" dt="2026-03-12T20:23:52.336" v="61" actId="1076"/>
          <ac:picMkLst>
            <pc:docMk/>
            <pc:sldMk cId="2004079467" sldId="259"/>
            <ac:picMk id="32" creationId="{98B7A699-3802-B555-5777-71C8B25EFD4A}"/>
          </ac:picMkLst>
        </pc:picChg>
      </pc:sldChg>
      <pc:sldMasterChg chg="modSldLayout">
        <pc:chgData name="Read, Zoe" userId="b08cd0fd-26d2-470b-8ec0-c6e6cb2a79bd" providerId="ADAL" clId="{5AEB2719-95A5-4ED2-9E0E-ED462BB10526}" dt="2026-03-12T20:21:30.489" v="32" actId="20577"/>
        <pc:sldMasterMkLst>
          <pc:docMk/>
          <pc:sldMasterMk cId="3968463654" sldId="2147483648"/>
        </pc:sldMasterMkLst>
        <pc:sldLayoutChg chg="delSp modSp mod">
          <pc:chgData name="Read, Zoe" userId="b08cd0fd-26d2-470b-8ec0-c6e6cb2a79bd" providerId="ADAL" clId="{5AEB2719-95A5-4ED2-9E0E-ED462BB10526}" dt="2026-03-12T20:21:30.489" v="32" actId="20577"/>
          <pc:sldLayoutMkLst>
            <pc:docMk/>
            <pc:sldMasterMk cId="3968463654" sldId="2147483648"/>
            <pc:sldLayoutMk cId="2303059013" sldId="2147483649"/>
          </pc:sldLayoutMkLst>
          <pc:spChg chg="mod">
            <ac:chgData name="Read, Zoe" userId="b08cd0fd-26d2-470b-8ec0-c6e6cb2a79bd" providerId="ADAL" clId="{5AEB2719-95A5-4ED2-9E0E-ED462BB10526}" dt="2026-03-12T20:21:30.489" v="32" actId="20577"/>
            <ac:spMkLst>
              <pc:docMk/>
              <pc:sldMasterMk cId="3968463654" sldId="2147483648"/>
              <pc:sldLayoutMk cId="2303059013" sldId="2147483649"/>
              <ac:spMk id="4" creationId="{03672AAF-4B6B-9046-B08E-E3EDCC2CB619}"/>
            </ac:spMkLst>
          </pc:spChg>
          <pc:spChg chg="mod">
            <ac:chgData name="Read, Zoe" userId="b08cd0fd-26d2-470b-8ec0-c6e6cb2a79bd" providerId="ADAL" clId="{5AEB2719-95A5-4ED2-9E0E-ED462BB10526}" dt="2026-03-12T20:21:03.670" v="19" actId="1076"/>
            <ac:spMkLst>
              <pc:docMk/>
              <pc:sldMasterMk cId="3968463654" sldId="2147483648"/>
              <pc:sldLayoutMk cId="2303059013" sldId="2147483649"/>
              <ac:spMk id="6" creationId="{68F935FF-E10C-FFC5-69DA-C2A6123D4762}"/>
            </ac:spMkLst>
          </pc:spChg>
          <pc:spChg chg="mod">
            <ac:chgData name="Read, Zoe" userId="b08cd0fd-26d2-470b-8ec0-c6e6cb2a79bd" providerId="ADAL" clId="{5AEB2719-95A5-4ED2-9E0E-ED462BB10526}" dt="2026-03-12T20:21:26.497" v="31" actId="20577"/>
            <ac:spMkLst>
              <pc:docMk/>
              <pc:sldMasterMk cId="3968463654" sldId="2147483648"/>
              <pc:sldLayoutMk cId="2303059013" sldId="2147483649"/>
              <ac:spMk id="7" creationId="{D5658E99-2B7E-A94A-AE07-8B6946534EF5}"/>
            </ac:spMkLst>
          </pc:spChg>
          <pc:spChg chg="mod">
            <ac:chgData name="Read, Zoe" userId="b08cd0fd-26d2-470b-8ec0-c6e6cb2a79bd" providerId="ADAL" clId="{5AEB2719-95A5-4ED2-9E0E-ED462BB10526}" dt="2026-03-12T20:19:56.820" v="8" actId="14100"/>
            <ac:spMkLst>
              <pc:docMk/>
              <pc:sldMasterMk cId="3968463654" sldId="2147483648"/>
              <pc:sldLayoutMk cId="2303059013" sldId="2147483649"/>
              <ac:spMk id="13" creationId="{CBC0CC5A-BCC7-7A40-B8AC-3C8CB9773C97}"/>
            </ac:spMkLst>
          </pc:spChg>
          <pc:spChg chg="mod">
            <ac:chgData name="Read, Zoe" userId="b08cd0fd-26d2-470b-8ec0-c6e6cb2a79bd" providerId="ADAL" clId="{5AEB2719-95A5-4ED2-9E0E-ED462BB10526}" dt="2026-03-12T20:21:18.671" v="29" actId="14100"/>
            <ac:spMkLst>
              <pc:docMk/>
              <pc:sldMasterMk cId="3968463654" sldId="2147483648"/>
              <pc:sldLayoutMk cId="2303059013" sldId="2147483649"/>
              <ac:spMk id="15" creationId="{01A52ABB-BD90-CAC1-C869-D7B6CFD31FDA}"/>
            </ac:spMkLst>
          </pc:spChg>
          <pc:spChg chg="del">
            <ac:chgData name="Read, Zoe" userId="b08cd0fd-26d2-470b-8ec0-c6e6cb2a79bd" providerId="ADAL" clId="{5AEB2719-95A5-4ED2-9E0E-ED462BB10526}" dt="2026-03-12T20:21:11.580" v="25" actId="478"/>
            <ac:spMkLst>
              <pc:docMk/>
              <pc:sldMasterMk cId="3968463654" sldId="2147483648"/>
              <pc:sldLayoutMk cId="2303059013" sldId="2147483649"/>
              <ac:spMk id="16" creationId="{3598C78C-3D1C-E7D5-81A3-C84A617ED994}"/>
            </ac:spMkLst>
          </pc:spChg>
          <pc:spChg chg="del mod">
            <ac:chgData name="Read, Zoe" userId="b08cd0fd-26d2-470b-8ec0-c6e6cb2a79bd" providerId="ADAL" clId="{5AEB2719-95A5-4ED2-9E0E-ED462BB10526}" dt="2026-03-12T20:21:07.309" v="23"/>
            <ac:spMkLst>
              <pc:docMk/>
              <pc:sldMasterMk cId="3968463654" sldId="2147483648"/>
              <pc:sldLayoutMk cId="2303059013" sldId="2147483649"/>
              <ac:spMk id="17" creationId="{2C0A0260-FD8F-5425-24CC-3D54BD120A1D}"/>
            </ac:spMkLst>
          </pc:spChg>
          <pc:spChg chg="del">
            <ac:chgData name="Read, Zoe" userId="b08cd0fd-26d2-470b-8ec0-c6e6cb2a79bd" providerId="ADAL" clId="{5AEB2719-95A5-4ED2-9E0E-ED462BB10526}" dt="2026-03-12T20:20:55.270" v="15" actId="478"/>
            <ac:spMkLst>
              <pc:docMk/>
              <pc:sldMasterMk cId="3968463654" sldId="2147483648"/>
              <pc:sldLayoutMk cId="2303059013" sldId="2147483649"/>
              <ac:spMk id="18" creationId="{B3EFDF2F-6EC7-FE8C-EDAA-E8D55397FA64}"/>
            </ac:spMkLst>
          </pc:spChg>
          <pc:spChg chg="mod">
            <ac:chgData name="Read, Zoe" userId="b08cd0fd-26d2-470b-8ec0-c6e6cb2a79bd" providerId="ADAL" clId="{5AEB2719-95A5-4ED2-9E0E-ED462BB10526}" dt="2026-03-12T20:21:09.286" v="24" actId="20577"/>
            <ac:spMkLst>
              <pc:docMk/>
              <pc:sldMasterMk cId="3968463654" sldId="2147483648"/>
              <pc:sldLayoutMk cId="2303059013" sldId="2147483649"/>
              <ac:spMk id="35" creationId="{3507BECC-C81A-C7FF-38FF-A990C25D7707}"/>
            </ac:spMkLst>
          </pc:spChg>
          <pc:spChg chg="mod">
            <ac:chgData name="Read, Zoe" userId="b08cd0fd-26d2-470b-8ec0-c6e6cb2a79bd" providerId="ADAL" clId="{5AEB2719-95A5-4ED2-9E0E-ED462BB10526}" dt="2026-03-12T20:20:52.709" v="13" actId="6549"/>
            <ac:spMkLst>
              <pc:docMk/>
              <pc:sldMasterMk cId="3968463654" sldId="2147483648"/>
              <pc:sldLayoutMk cId="2303059013" sldId="2147483649"/>
              <ac:spMk id="36" creationId="{5505AF57-180B-952E-D778-2D4468FD79A8}"/>
            </ac:spMkLst>
          </pc:spChg>
          <pc:spChg chg="mod">
            <ac:chgData name="Read, Zoe" userId="b08cd0fd-26d2-470b-8ec0-c6e6cb2a79bd" providerId="ADAL" clId="{5AEB2719-95A5-4ED2-9E0E-ED462BB10526}" dt="2026-03-12T20:21:14.441" v="26" actId="20577"/>
            <ac:spMkLst>
              <pc:docMk/>
              <pc:sldMasterMk cId="3968463654" sldId="2147483648"/>
              <pc:sldLayoutMk cId="2303059013" sldId="2147483649"/>
              <ac:spMk id="37" creationId="{6C3E73A2-68E7-4E25-CC87-680F195E64F6}"/>
            </ac:spMkLst>
          </pc:spChg>
          <pc:picChg chg="del">
            <ac:chgData name="Read, Zoe" userId="b08cd0fd-26d2-470b-8ec0-c6e6cb2a79bd" providerId="ADAL" clId="{5AEB2719-95A5-4ED2-9E0E-ED462BB10526}" dt="2026-03-12T20:21:07.309" v="21" actId="478"/>
            <ac:picMkLst>
              <pc:docMk/>
              <pc:sldMasterMk cId="3968463654" sldId="2147483648"/>
              <pc:sldLayoutMk cId="2303059013" sldId="2147483649"/>
              <ac:picMk id="8" creationId="{8C23AF20-6302-6F05-533A-18008226ABDE}"/>
            </ac:picMkLst>
          </pc:picChg>
          <pc:picChg chg="del">
            <ac:chgData name="Read, Zoe" userId="b08cd0fd-26d2-470b-8ec0-c6e6cb2a79bd" providerId="ADAL" clId="{5AEB2719-95A5-4ED2-9E0E-ED462BB10526}" dt="2026-03-12T20:20:56.460" v="16" actId="478"/>
            <ac:picMkLst>
              <pc:docMk/>
              <pc:sldMasterMk cId="3968463654" sldId="2147483648"/>
              <pc:sldLayoutMk cId="2303059013" sldId="2147483649"/>
              <ac:picMk id="9" creationId="{F612A36F-93E9-7EED-6722-54D07738DDD6}"/>
            </ac:picMkLst>
          </pc:picChg>
          <pc:picChg chg="del">
            <ac:chgData name="Read, Zoe" userId="b08cd0fd-26d2-470b-8ec0-c6e6cb2a79bd" providerId="ADAL" clId="{5AEB2719-95A5-4ED2-9E0E-ED462BB10526}" dt="2026-03-12T20:21:15.237" v="28" actId="478"/>
            <ac:picMkLst>
              <pc:docMk/>
              <pc:sldMasterMk cId="3968463654" sldId="2147483648"/>
              <pc:sldLayoutMk cId="2303059013" sldId="2147483649"/>
              <ac:picMk id="10" creationId="{F97BFD72-95EA-B95D-4E34-C555984AA9CF}"/>
            </ac:picMkLst>
          </pc:picChg>
          <pc:picChg chg="del">
            <ac:chgData name="Read, Zoe" userId="b08cd0fd-26d2-470b-8ec0-c6e6cb2a79bd" providerId="ADAL" clId="{5AEB2719-95A5-4ED2-9E0E-ED462BB10526}" dt="2026-03-12T20:21:14.836" v="27" actId="478"/>
            <ac:picMkLst>
              <pc:docMk/>
              <pc:sldMasterMk cId="3968463654" sldId="2147483648"/>
              <pc:sldLayoutMk cId="2303059013" sldId="2147483649"/>
              <ac:picMk id="11" creationId="{9556A4D9-E30B-7880-F8D4-F58E8DB18628}"/>
            </ac:picMkLst>
          </pc:picChg>
          <pc:picChg chg="del">
            <ac:chgData name="Read, Zoe" userId="b08cd0fd-26d2-470b-8ec0-c6e6cb2a79bd" providerId="ADAL" clId="{5AEB2719-95A5-4ED2-9E0E-ED462BB10526}" dt="2026-03-12T20:20:53.395" v="14" actId="478"/>
            <ac:picMkLst>
              <pc:docMk/>
              <pc:sldMasterMk cId="3968463654" sldId="2147483648"/>
              <pc:sldLayoutMk cId="2303059013" sldId="2147483649"/>
              <ac:picMk id="12" creationId="{600DBE1F-DBA4-432F-2CE7-9A02370754F0}"/>
            </ac:picMkLst>
          </pc:picChg>
          <pc:picChg chg="del">
            <ac:chgData name="Read, Zoe" userId="b08cd0fd-26d2-470b-8ec0-c6e6cb2a79bd" providerId="ADAL" clId="{5AEB2719-95A5-4ED2-9E0E-ED462BB10526}" dt="2026-03-12T20:20:07.572" v="11" actId="478"/>
            <ac:picMkLst>
              <pc:docMk/>
              <pc:sldMasterMk cId="3968463654" sldId="2147483648"/>
              <pc:sldLayoutMk cId="2303059013" sldId="2147483649"/>
              <ac:picMk id="14" creationId="{8CB6B30F-8038-D6CE-F940-82651B090D45}"/>
            </ac:picMkLst>
          </pc:picChg>
          <pc:picChg chg="del">
            <ac:chgData name="Read, Zoe" userId="b08cd0fd-26d2-470b-8ec0-c6e6cb2a79bd" providerId="ADAL" clId="{5AEB2719-95A5-4ED2-9E0E-ED462BB10526}" dt="2026-03-12T20:19:51.041" v="7" actId="478"/>
            <ac:picMkLst>
              <pc:docMk/>
              <pc:sldMasterMk cId="3968463654" sldId="2147483648"/>
              <pc:sldLayoutMk cId="2303059013" sldId="2147483649"/>
              <ac:picMk id="1026" creationId="{E3DAD434-E52C-21EF-CF89-8E5DB79F9485}"/>
            </ac:picMkLst>
          </pc:picChg>
          <pc:picChg chg="del">
            <ac:chgData name="Read, Zoe" userId="b08cd0fd-26d2-470b-8ec0-c6e6cb2a79bd" providerId="ADAL" clId="{5AEB2719-95A5-4ED2-9E0E-ED462BB10526}" dt="2026-03-12T20:20:05.192" v="10" actId="478"/>
            <ac:picMkLst>
              <pc:docMk/>
              <pc:sldMasterMk cId="3968463654" sldId="2147483648"/>
              <pc:sldLayoutMk cId="2303059013" sldId="2147483649"/>
              <ac:picMk id="1028" creationId="{7D448C49-0C1B-E954-193D-E55443DB7E4D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BD97-90D8-3541-9414-B17D17D0253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00250" y="685800"/>
            <a:ext cx="2857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2DB95-ECDB-0847-8712-29974AF33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6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4746" rtl="0" eaLnBrk="1" latinLnBrk="0" hangingPunct="1">
      <a:defRPr sz="1509" kern="1200">
        <a:solidFill>
          <a:schemeClr val="tx1"/>
        </a:solidFill>
        <a:latin typeface="+mn-lt"/>
        <a:ea typeface="+mn-ea"/>
        <a:cs typeface="+mn-cs"/>
      </a:defRPr>
    </a:lvl1pPr>
    <a:lvl2pPr marL="574746" algn="l" defTabSz="574746" rtl="0" eaLnBrk="1" latinLnBrk="0" hangingPunct="1">
      <a:defRPr sz="1509" kern="1200">
        <a:solidFill>
          <a:schemeClr val="tx1"/>
        </a:solidFill>
        <a:latin typeface="+mn-lt"/>
        <a:ea typeface="+mn-ea"/>
        <a:cs typeface="+mn-cs"/>
      </a:defRPr>
    </a:lvl2pPr>
    <a:lvl3pPr marL="1149492" algn="l" defTabSz="574746" rtl="0" eaLnBrk="1" latinLnBrk="0" hangingPunct="1">
      <a:defRPr sz="1509" kern="1200">
        <a:solidFill>
          <a:schemeClr val="tx1"/>
        </a:solidFill>
        <a:latin typeface="+mn-lt"/>
        <a:ea typeface="+mn-ea"/>
        <a:cs typeface="+mn-cs"/>
      </a:defRPr>
    </a:lvl3pPr>
    <a:lvl4pPr marL="1724238" algn="l" defTabSz="574746" rtl="0" eaLnBrk="1" latinLnBrk="0" hangingPunct="1">
      <a:defRPr sz="1509" kern="1200">
        <a:solidFill>
          <a:schemeClr val="tx1"/>
        </a:solidFill>
        <a:latin typeface="+mn-lt"/>
        <a:ea typeface="+mn-ea"/>
        <a:cs typeface="+mn-cs"/>
      </a:defRPr>
    </a:lvl4pPr>
    <a:lvl5pPr marL="2298984" algn="l" defTabSz="574746" rtl="0" eaLnBrk="1" latinLnBrk="0" hangingPunct="1">
      <a:defRPr sz="1509" kern="1200">
        <a:solidFill>
          <a:schemeClr val="tx1"/>
        </a:solidFill>
        <a:latin typeface="+mn-lt"/>
        <a:ea typeface="+mn-ea"/>
        <a:cs typeface="+mn-cs"/>
      </a:defRPr>
    </a:lvl5pPr>
    <a:lvl6pPr marL="2873731" algn="l" defTabSz="574746" rtl="0" eaLnBrk="1" latinLnBrk="0" hangingPunct="1">
      <a:defRPr sz="1509" kern="1200">
        <a:solidFill>
          <a:schemeClr val="tx1"/>
        </a:solidFill>
        <a:latin typeface="+mn-lt"/>
        <a:ea typeface="+mn-ea"/>
        <a:cs typeface="+mn-cs"/>
      </a:defRPr>
    </a:lvl6pPr>
    <a:lvl7pPr marL="3448477" algn="l" defTabSz="574746" rtl="0" eaLnBrk="1" latinLnBrk="0" hangingPunct="1">
      <a:defRPr sz="1509" kern="1200">
        <a:solidFill>
          <a:schemeClr val="tx1"/>
        </a:solidFill>
        <a:latin typeface="+mn-lt"/>
        <a:ea typeface="+mn-ea"/>
        <a:cs typeface="+mn-cs"/>
      </a:defRPr>
    </a:lvl7pPr>
    <a:lvl8pPr marL="4023223" algn="l" defTabSz="574746" rtl="0" eaLnBrk="1" latinLnBrk="0" hangingPunct="1">
      <a:defRPr sz="1509" kern="1200">
        <a:solidFill>
          <a:schemeClr val="tx1"/>
        </a:solidFill>
        <a:latin typeface="+mn-lt"/>
        <a:ea typeface="+mn-ea"/>
        <a:cs typeface="+mn-cs"/>
      </a:defRPr>
    </a:lvl8pPr>
    <a:lvl9pPr marL="4597969" algn="l" defTabSz="574746" rtl="0" eaLnBrk="1" latinLnBrk="0" hangingPunct="1">
      <a:defRPr sz="150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00250" y="685800"/>
            <a:ext cx="2857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• </a:t>
            </a:r>
            <a:r>
              <a:rPr lang="en-US" baseline="0" dirty="0"/>
              <a:t>Contact Digital Duplicating (375-2969, http://</a:t>
            </a:r>
            <a:r>
              <a:rPr lang="en-US" baseline="0" dirty="0" err="1"/>
              <a:t>digitalduplicating.pnl.gov</a:t>
            </a:r>
            <a:r>
              <a:rPr lang="en-US" baseline="0" dirty="0"/>
              <a:t>) to order poster printing and finishing services for your completed poster design.</a:t>
            </a:r>
          </a:p>
          <a:p>
            <a:r>
              <a:rPr lang="en-US" baseline="0" dirty="0"/>
              <a:t>• Remember to have your poster cleared for public display/distribution through the ERICA Information Release system (http://</a:t>
            </a:r>
            <a:r>
              <a:rPr lang="en-US" baseline="0" dirty="0" err="1"/>
              <a:t>erica.pnl.gov</a:t>
            </a:r>
            <a:r>
              <a:rPr lang="en-US" baseline="0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2DB95-ECDB-0847-8712-29974AF33C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65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4">
            <a:extLst>
              <a:ext uri="{FF2B5EF4-FFF2-40B4-BE49-F238E27FC236}">
                <a16:creationId xmlns:a16="http://schemas.microsoft.com/office/drawing/2014/main" id="{03672AAF-4B6B-9046-B08E-E3EDCC2C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29" y="1356360"/>
            <a:ext cx="34137600" cy="23421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480" b="1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658E99-2B7E-A94A-AE07-8B6946534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99629" y="3938923"/>
            <a:ext cx="34124639" cy="1638917"/>
          </a:xfrm>
          <a:prstGeom prst="rect">
            <a:avLst/>
          </a:prstGeom>
        </p:spPr>
        <p:txBody>
          <a:bodyPr/>
          <a:lstStyle>
            <a:lvl1pPr>
              <a:defRPr sz="2640"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BC0CC5A-BCC7-7A40-B8AC-3C8CB9773C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9629" y="5887872"/>
            <a:ext cx="16459200" cy="4309627"/>
          </a:xfrm>
          <a:prstGeom prst="rect">
            <a:avLst/>
          </a:prstGeom>
        </p:spPr>
        <p:txBody>
          <a:bodyPr/>
          <a:lstStyle>
            <a:lvl1pPr algn="l">
              <a:defRPr sz="3360" b="0">
                <a:solidFill>
                  <a:schemeClr val="tx1"/>
                </a:solidFill>
              </a:defRPr>
            </a:lvl1pPr>
          </a:lstStyle>
          <a:p>
            <a:pPr algn="ctr" rtl="0"/>
            <a:r>
              <a:rPr lang="en-US" sz="3840" b="1" i="0" u="none" strike="noStrike" kern="1200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8F935FF-E10C-FFC5-69DA-C2A6123D4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43148" y="5887871"/>
            <a:ext cx="16581120" cy="10424159"/>
          </a:xfrm>
          <a:prstGeom prst="rect">
            <a:avLst/>
          </a:prstGeom>
        </p:spPr>
        <p:txBody>
          <a:bodyPr/>
          <a:lstStyle>
            <a:lvl1pPr algn="ctr">
              <a:defRPr sz="384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1A52ABB-BD90-CAC1-C869-D7B6CFD31F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99629" y="10884536"/>
            <a:ext cx="16459200" cy="16682735"/>
          </a:xfrm>
          <a:prstGeom prst="rect">
            <a:avLst/>
          </a:prstGeom>
        </p:spPr>
        <p:txBody>
          <a:bodyPr/>
          <a:lstStyle>
            <a:lvl1pPr algn="ctr">
              <a:defRPr sz="3840" b="1" i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3507BECC-C81A-C7FF-38FF-A990C25D77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943148" y="17143110"/>
            <a:ext cx="16581120" cy="10436062"/>
          </a:xfrm>
          <a:prstGeom prst="rect">
            <a:avLst/>
          </a:prstGeom>
        </p:spPr>
        <p:txBody>
          <a:bodyPr/>
          <a:lstStyle>
            <a:lvl1pPr algn="ctr">
              <a:defRPr sz="3840" b="1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5505AF57-180B-952E-D778-2D4468FD79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99629" y="28398350"/>
            <a:ext cx="16459200" cy="10424160"/>
          </a:xfrm>
          <a:prstGeom prst="rect">
            <a:avLst/>
          </a:prstGeom>
        </p:spPr>
        <p:txBody>
          <a:bodyPr/>
          <a:lstStyle>
            <a:lvl1pPr algn="ctr">
              <a:defRPr sz="3840" b="1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6C3E73A2-68E7-4E25-CC87-680F195E64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943148" y="28398350"/>
            <a:ext cx="16581120" cy="10424160"/>
          </a:xfrm>
          <a:prstGeom prst="rect">
            <a:avLst/>
          </a:prstGeom>
        </p:spPr>
        <p:txBody>
          <a:bodyPr/>
          <a:lstStyle>
            <a:lvl1pPr algn="ctr">
              <a:defRPr sz="3840" b="1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9D9701-1F8D-693C-7F7E-318B81E968D2}"/>
              </a:ext>
            </a:extLst>
          </p:cNvPr>
          <p:cNvSpPr txBox="1"/>
          <p:nvPr userDrawn="1"/>
        </p:nvSpPr>
        <p:spPr>
          <a:xfrm>
            <a:off x="1515857" y="5818219"/>
            <a:ext cx="16459200" cy="5101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200"/>
              </a:spcBef>
              <a:spcAft>
                <a:spcPts val="0"/>
              </a:spcAft>
            </a:pPr>
            <a:r>
              <a:rPr lang="en-US" sz="384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Hypothesis: </a:t>
            </a:r>
            <a:r>
              <a:rPr lang="en-US" sz="384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is a hierarchical structure to </a:t>
            </a:r>
            <a:r>
              <a:rPr lang="en-US" sz="3840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spatial </a:t>
            </a:r>
            <a:r>
              <a:rPr lang="en-US" sz="384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variation in ecosystem structure and function at the coastal TAI that is set by:</a:t>
            </a:r>
            <a:endParaRPr lang="en-US" sz="384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spcBef>
                <a:spcPts val="1200"/>
              </a:spcBef>
              <a:spcAft>
                <a:spcPts val="0"/>
              </a:spcAft>
            </a:pPr>
            <a:r>
              <a:rPr lang="en-US" sz="384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1) the </a:t>
            </a:r>
            <a:r>
              <a:rPr lang="en-US" sz="384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depth and duration of soil saturation </a:t>
            </a:r>
            <a:endParaRPr lang="en-US" sz="384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spcBef>
                <a:spcPts val="1200"/>
              </a:spcBef>
              <a:spcAft>
                <a:spcPts val="0"/>
              </a:spcAft>
            </a:pPr>
            <a:r>
              <a:rPr lang="en-US" sz="384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2) the abundance of </a:t>
            </a:r>
            <a:r>
              <a:rPr lang="en-US" sz="384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redox-sensitive elements</a:t>
            </a:r>
          </a:p>
          <a:p>
            <a:pPr algn="ctr" rtl="0">
              <a:spcBef>
                <a:spcPts val="1200"/>
              </a:spcBef>
              <a:spcAft>
                <a:spcPts val="0"/>
              </a:spcAft>
            </a:pPr>
            <a:r>
              <a:rPr lang="en-US" sz="384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3) their</a:t>
            </a:r>
            <a:r>
              <a:rPr lang="en-US" sz="384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interactions with plant traits</a:t>
            </a:r>
          </a:p>
          <a:p>
            <a:pPr algn="ctr" rtl="0">
              <a:spcBef>
                <a:spcPts val="1200"/>
              </a:spcBef>
              <a:spcAft>
                <a:spcPts val="0"/>
              </a:spcAft>
            </a:pPr>
            <a:endParaRPr lang="en-US" sz="4676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467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059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0F49A07A-4DA3-E1E0-D581-7A2A805EFE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53440"/>
            <a:ext cx="36576000" cy="493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E3416D-97DD-7011-DCC8-33B99E9A93CF}"/>
              </a:ext>
            </a:extLst>
          </p:cNvPr>
          <p:cNvSpPr txBox="1"/>
          <p:nvPr userDrawn="1"/>
        </p:nvSpPr>
        <p:spPr>
          <a:xfrm rot="16200000">
            <a:off x="22000880" y="25036669"/>
            <a:ext cx="28058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Narrow" panose="020B0604020202020204" pitchFamily="34" charset="0"/>
                <a:cs typeface="Arial Narrow" panose="020B0604020202020204" pitchFamily="34" charset="0"/>
              </a:rPr>
              <a:t>COMPASS is a multi-institutional program led by PNNL and funded by the Earth and Environmental Systems Sciences Division of the U.S. Department of Energy’s Office of Science.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57B7C4-016E-7531-3A34-2BCA201B98EB}"/>
              </a:ext>
            </a:extLst>
          </p:cNvPr>
          <p:cNvSpPr/>
          <p:nvPr userDrawn="1"/>
        </p:nvSpPr>
        <p:spPr>
          <a:xfrm>
            <a:off x="0" y="0"/>
            <a:ext cx="36576000" cy="548640"/>
          </a:xfrm>
          <a:prstGeom prst="rect">
            <a:avLst/>
          </a:prstGeom>
          <a:solidFill>
            <a:srgbClr val="419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200"/>
          </a:p>
        </p:txBody>
      </p:sp>
    </p:spTree>
    <p:extLst>
      <p:ext uri="{BB962C8B-B14F-4D97-AF65-F5344CB8AC3E}">
        <p14:creationId xmlns:p14="http://schemas.microsoft.com/office/powerpoint/2010/main" val="396846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3135083" rtl="0" eaLnBrk="1" latinLnBrk="0" hangingPunct="1">
        <a:spcBef>
          <a:spcPct val="0"/>
        </a:spcBef>
        <a:buNone/>
        <a:defRPr sz="19200" kern="1200">
          <a:solidFill>
            <a:srgbClr val="41975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3135083" rtl="0" eaLnBrk="1" latinLnBrk="0" hangingPunct="1">
        <a:spcBef>
          <a:spcPct val="20000"/>
        </a:spcBef>
        <a:buFont typeface="Arial" pitchFamily="34" charset="0"/>
        <a:buNone/>
        <a:defRPr sz="74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547254" indent="-979714" algn="l" defTabSz="3135083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8854" indent="-783772" algn="l" defTabSz="3135083" rtl="0" eaLnBrk="1" latinLnBrk="0" hangingPunct="1">
        <a:spcBef>
          <a:spcPct val="20000"/>
        </a:spcBef>
        <a:buFont typeface="Arial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395" indent="-783772" algn="l" defTabSz="3135083" rtl="0" eaLnBrk="1" latinLnBrk="0" hangingPunct="1">
        <a:spcBef>
          <a:spcPct val="20000"/>
        </a:spcBef>
        <a:buFont typeface="Arial" pitchFamily="34" charset="0"/>
        <a:buChar char="–"/>
        <a:defRPr sz="7000" kern="1200">
          <a:solidFill>
            <a:schemeClr val="tx1"/>
          </a:solidFill>
          <a:latin typeface="+mn-lt"/>
          <a:ea typeface="+mn-ea"/>
          <a:cs typeface="+mn-cs"/>
        </a:defRPr>
      </a:lvl4pPr>
      <a:lvl5pPr marL="7053937" indent="-783772" algn="l" defTabSz="3135083" rtl="0" eaLnBrk="1" latinLnBrk="0" hangingPunct="1">
        <a:spcBef>
          <a:spcPct val="20000"/>
        </a:spcBef>
        <a:buFont typeface="Arial" pitchFamily="34" charset="0"/>
        <a:buChar char="»"/>
        <a:defRPr sz="7000" kern="1200">
          <a:solidFill>
            <a:schemeClr val="tx1"/>
          </a:solidFill>
          <a:latin typeface="+mn-lt"/>
          <a:ea typeface="+mn-ea"/>
          <a:cs typeface="+mn-cs"/>
        </a:defRPr>
      </a:lvl5pPr>
      <a:lvl6pPr marL="8621478" indent="-783772" algn="l" defTabSz="3135083" rtl="0" eaLnBrk="1" latinLnBrk="0" hangingPunct="1">
        <a:spcBef>
          <a:spcPct val="20000"/>
        </a:spcBef>
        <a:buFont typeface="Arial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9020" indent="-783772" algn="l" defTabSz="3135083" rtl="0" eaLnBrk="1" latinLnBrk="0" hangingPunct="1">
        <a:spcBef>
          <a:spcPct val="20000"/>
        </a:spcBef>
        <a:buFont typeface="Arial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6563" indent="-783772" algn="l" defTabSz="3135083" rtl="0" eaLnBrk="1" latinLnBrk="0" hangingPunct="1">
        <a:spcBef>
          <a:spcPct val="20000"/>
        </a:spcBef>
        <a:buFont typeface="Arial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4104" indent="-783772" algn="l" defTabSz="3135083" rtl="0" eaLnBrk="1" latinLnBrk="0" hangingPunct="1">
        <a:spcBef>
          <a:spcPct val="20000"/>
        </a:spcBef>
        <a:buFont typeface="Arial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5083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541" algn="l" defTabSz="3135083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2pPr>
      <a:lvl3pPr marL="3135083" algn="l" defTabSz="3135083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3pPr>
      <a:lvl4pPr marL="4702626" algn="l" defTabSz="3135083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6270168" algn="l" defTabSz="3135083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7837709" algn="l" defTabSz="3135083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9405250" algn="l" defTabSz="3135083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792" algn="l" defTabSz="3135083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0332" algn="l" defTabSz="3135083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16200000">
            <a:off x="-20574000" y="388620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rPr>
              <a:t>File Name  //  File Date  //  PNNL-SA-#####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E8464-81CB-92D3-5AC7-A6B60763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Porewater sulfate varies across the coastal terrestrial-aquatic interface, sampling depths, and seasonally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65B41-DAA2-DCC9-32E9-7E00E19C2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80" b="1" dirty="0"/>
              <a:t>Zoe Read, </a:t>
            </a:r>
            <a:r>
              <a:rPr lang="en-US" sz="2880" dirty="0"/>
              <a:t>Smithsonian Environmental Research Center, Maryland, USA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C04CB1-F43E-977B-F1AB-6CF939D47F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19D199-E17E-D5F1-8E33-EFB3AA0EEC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88466" y="10884536"/>
            <a:ext cx="10210270" cy="16682735"/>
          </a:xfrm>
        </p:spPr>
        <p:txBody>
          <a:bodyPr/>
          <a:lstStyle/>
          <a:p>
            <a:pPr algn="l"/>
            <a:r>
              <a:rPr lang="en-US" sz="4800" dirty="0">
                <a:solidFill>
                  <a:srgbClr val="75BFE2"/>
                </a:solidFill>
              </a:rPr>
              <a:t>Background</a:t>
            </a:r>
            <a:endParaRPr lang="en-US" dirty="0"/>
          </a:p>
          <a:p>
            <a:pPr marL="548640" indent="-548640" algn="l">
              <a:buFont typeface="Arial" panose="020B0604020202020204" pitchFamily="34" charset="0"/>
              <a:buChar char="•"/>
            </a:pPr>
            <a:r>
              <a:rPr lang="en-US" dirty="0"/>
              <a:t>We monitor transects including upland coastal forest, forest transitioning to wetland, and wetlands in the Chesapeake Bay Region at four sites that are oligohaline, mesohaline, and </a:t>
            </a:r>
            <a:r>
              <a:rPr lang="en-US" dirty="0" err="1"/>
              <a:t>polyhaline</a:t>
            </a:r>
            <a:r>
              <a:rPr lang="en-US" dirty="0"/>
              <a:t> </a:t>
            </a:r>
          </a:p>
          <a:p>
            <a:pPr marL="548640" indent="-548640" algn="l">
              <a:buFont typeface="Arial" panose="020B0604020202020204" pitchFamily="34" charset="0"/>
              <a:buChar char="•"/>
            </a:pPr>
            <a:r>
              <a:rPr lang="en-US" dirty="0"/>
              <a:t>Porewater sampling from 2022-2025  </a:t>
            </a:r>
          </a:p>
          <a:p>
            <a:pPr marL="548640" indent="-548640" algn="l">
              <a:buFont typeface="Arial" panose="020B0604020202020204" pitchFamily="34" charset="0"/>
              <a:buChar char="•"/>
            </a:pPr>
            <a:r>
              <a:rPr lang="en-US" dirty="0"/>
              <a:t>Analyzed for DIC, DOC, Total Alkalinity, CDOM, H</a:t>
            </a:r>
            <a:r>
              <a:rPr lang="en-US" baseline="-25000" dirty="0"/>
              <a:t>2</a:t>
            </a:r>
            <a:r>
              <a:rPr lang="en-US" dirty="0"/>
              <a:t>S, Cl</a:t>
            </a:r>
            <a:r>
              <a:rPr lang="en-US" baseline="30000" dirty="0"/>
              <a:t>-</a:t>
            </a:r>
            <a:r>
              <a:rPr lang="en-US" dirty="0"/>
              <a:t>, Nutrients, and SO</a:t>
            </a:r>
            <a:r>
              <a:rPr lang="en-US" baseline="-25000" dirty="0"/>
              <a:t>4</a:t>
            </a:r>
            <a:r>
              <a:rPr lang="en-US" baseline="30000" dirty="0"/>
              <a:t>2-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D50DBC-0E3A-0321-B973-95AEB24835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9ABED5-4B4C-6FD4-A31A-184A2FDAA0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00F081-8329-7FA3-9182-15729BEF52AA}"/>
              </a:ext>
            </a:extLst>
          </p:cNvPr>
          <p:cNvGrpSpPr/>
          <p:nvPr/>
        </p:nvGrpSpPr>
        <p:grpSpPr>
          <a:xfrm>
            <a:off x="3739467" y="12855514"/>
            <a:ext cx="13164319" cy="10251881"/>
            <a:chOff x="293462" y="9708209"/>
            <a:chExt cx="11273530" cy="7689140"/>
          </a:xfrm>
        </p:grpSpPr>
        <p:sp>
          <p:nvSpPr>
            <p:cNvPr id="5" name="Text Placeholder 11">
              <a:extLst>
                <a:ext uri="{FF2B5EF4-FFF2-40B4-BE49-F238E27FC236}">
                  <a16:creationId xmlns:a16="http://schemas.microsoft.com/office/drawing/2014/main" id="{3016F121-A2BA-A984-CB58-265698576097}"/>
                </a:ext>
              </a:extLst>
            </p:cNvPr>
            <p:cNvSpPr txBox="1">
              <a:spLocks/>
            </p:cNvSpPr>
            <p:nvPr/>
          </p:nvSpPr>
          <p:spPr>
            <a:xfrm>
              <a:off x="353828" y="10585278"/>
              <a:ext cx="6170205" cy="2441318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defTabSz="156751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1273602" indent="-489847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959388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4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3143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526898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310653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094408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878164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661919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360" dirty="0">
                <a:solidFill>
                  <a:srgbClr val="419556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59D29A-1EF9-2987-FF30-AE979FFFCF2E}"/>
                </a:ext>
              </a:extLst>
            </p:cNvPr>
            <p:cNvGrpSpPr/>
            <p:nvPr/>
          </p:nvGrpSpPr>
          <p:grpSpPr>
            <a:xfrm>
              <a:off x="293462" y="9708209"/>
              <a:ext cx="11273530" cy="7689140"/>
              <a:chOff x="272558" y="5573824"/>
              <a:chExt cx="11273530" cy="7689140"/>
            </a:xfrm>
          </p:grpSpPr>
          <p:graphicFrame>
            <p:nvGraphicFramePr>
              <p:cNvPr id="14" name="Google Shape;116;p4">
                <a:extLst>
                  <a:ext uri="{FF2B5EF4-FFF2-40B4-BE49-F238E27FC236}">
                    <a16:creationId xmlns:a16="http://schemas.microsoft.com/office/drawing/2014/main" id="{56F9B1C2-D9C1-75DA-BFAC-38CC49A9F9D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22915679"/>
                  </p:ext>
                </p:extLst>
              </p:nvPr>
            </p:nvGraphicFramePr>
            <p:xfrm>
              <a:off x="8477256" y="5573824"/>
              <a:ext cx="3068832" cy="2154560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21824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010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06206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u="none" strike="noStrike" cap="none" dirty="0">
                              <a:solidFill>
                                <a:schemeClr val="lt1"/>
                              </a:solidFill>
                              <a:latin typeface="+mj-lt"/>
                            </a:rPr>
                            <a:t>Site</a:t>
                          </a:r>
                          <a:endParaRPr sz="24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24242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u="none" strike="noStrike" cap="none" dirty="0">
                              <a:solidFill>
                                <a:schemeClr val="lt1"/>
                              </a:solidFill>
                              <a:latin typeface="+mj-lt"/>
                            </a:rPr>
                            <a:t>Salinity</a:t>
                          </a:r>
                          <a:endParaRPr sz="24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24242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7454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dirty="0">
                              <a:latin typeface="+mj-lt"/>
                            </a:rPr>
                            <a:t>Sweethall</a:t>
                          </a:r>
                          <a:endParaRPr sz="24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0-2</a:t>
                          </a:r>
                          <a:endParaRPr sz="24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6206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GCReW</a:t>
                          </a:r>
                          <a:endParaRPr sz="24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8-10</a:t>
                          </a:r>
                          <a:endParaRPr sz="24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M</a:t>
                          </a:r>
                          <a:r>
                            <a:rPr lang="en-US" sz="2400" dirty="0">
                              <a:latin typeface="+mj-lt"/>
                            </a:rPr>
                            <a:t>oneyStump</a:t>
                          </a:r>
                          <a:endParaRPr sz="24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u="none" strike="noStrike" cap="none">
                              <a:solidFill>
                                <a:srgbClr val="000000"/>
                              </a:solidFill>
                              <a:latin typeface="+mj-lt"/>
                            </a:rPr>
                            <a:t>8-10</a:t>
                          </a:r>
                          <a:endParaRPr sz="240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9558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G</a:t>
                          </a:r>
                          <a:r>
                            <a:rPr lang="en-US" sz="2400" dirty="0">
                              <a:latin typeface="+mj-lt"/>
                            </a:rPr>
                            <a:t>oodwin Islands</a:t>
                          </a:r>
                          <a:endParaRPr sz="24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4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18-20</a:t>
                          </a:r>
                          <a:endParaRPr sz="24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E367648-4E89-A155-1A9E-15B8C3DF3038}"/>
                  </a:ext>
                </a:extLst>
              </p:cNvPr>
              <p:cNvGrpSpPr/>
              <p:nvPr/>
            </p:nvGrpSpPr>
            <p:grpSpPr>
              <a:xfrm>
                <a:off x="272558" y="9198156"/>
                <a:ext cx="11002382" cy="4064808"/>
                <a:chOff x="928742" y="15582937"/>
                <a:chExt cx="9627773" cy="3179751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0D9E24C-C2DB-2D0E-CA54-54F25AC8CC0A}"/>
                    </a:ext>
                  </a:extLst>
                </p:cNvPr>
                <p:cNvSpPr txBox="1"/>
                <p:nvPr/>
              </p:nvSpPr>
              <p:spPr>
                <a:xfrm>
                  <a:off x="5924325" y="18335237"/>
                  <a:ext cx="2668307" cy="4008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840" b="1" dirty="0">
                      <a:solidFill>
                        <a:srgbClr val="AD9335"/>
                      </a:solidFill>
                      <a:latin typeface="Arial" panose="020B0604020202020204" pitchFamily="34" charset="0"/>
                    </a:rPr>
                    <a:t>Transition </a:t>
                  </a:r>
                  <a:endParaRPr lang="en-US" sz="4676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409ABA5-80CE-1A6D-86E3-23678C18136F}"/>
                    </a:ext>
                  </a:extLst>
                </p:cNvPr>
                <p:cNvSpPr txBox="1"/>
                <p:nvPr/>
              </p:nvSpPr>
              <p:spPr>
                <a:xfrm>
                  <a:off x="3615900" y="18327135"/>
                  <a:ext cx="2015164" cy="4008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840" b="1" dirty="0">
                      <a:solidFill>
                        <a:srgbClr val="7F7F7F"/>
                      </a:solidFill>
                      <a:latin typeface="Arial" panose="020B0604020202020204" pitchFamily="34" charset="0"/>
                    </a:rPr>
                    <a:t>Upland </a:t>
                  </a:r>
                  <a:endParaRPr lang="en-US" sz="4676" dirty="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20C9DEA-E578-5373-18E5-350865C7777A}"/>
                    </a:ext>
                  </a:extLst>
                </p:cNvPr>
                <p:cNvSpPr txBox="1"/>
                <p:nvPr/>
              </p:nvSpPr>
              <p:spPr>
                <a:xfrm>
                  <a:off x="8346715" y="18354655"/>
                  <a:ext cx="2209800" cy="4008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840" b="1" dirty="0">
                      <a:solidFill>
                        <a:srgbClr val="214A2B"/>
                      </a:solidFill>
                      <a:latin typeface="Arial" panose="020B0604020202020204" pitchFamily="34" charset="0"/>
                    </a:rPr>
                    <a:t>Wetland </a:t>
                  </a:r>
                  <a:endParaRPr lang="en-US" sz="4676" dirty="0"/>
                </a:p>
              </p:txBody>
            </p: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0FB1E63-A86C-68D1-1DB5-8CC770A44E5C}"/>
                    </a:ext>
                  </a:extLst>
                </p:cNvPr>
                <p:cNvGrpSpPr/>
                <p:nvPr/>
              </p:nvGrpSpPr>
              <p:grpSpPr>
                <a:xfrm>
                  <a:off x="928742" y="15582937"/>
                  <a:ext cx="9424200" cy="3179751"/>
                  <a:chOff x="899080" y="7578118"/>
                  <a:chExt cx="9424200" cy="3179751"/>
                </a:xfrm>
              </p:grpSpPr>
              <p:pic>
                <p:nvPicPr>
                  <p:cNvPr id="20" name="Picture 14">
                    <a:extLst>
                      <a:ext uri="{FF2B5EF4-FFF2-40B4-BE49-F238E27FC236}">
                        <a16:creationId xmlns:a16="http://schemas.microsoft.com/office/drawing/2014/main" id="{A51D45FF-0829-9D8E-6064-0F3C7D46D2B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500" t="37555" r="55500" b="10000"/>
                  <a:stretch/>
                </p:blipFill>
                <p:spPr bwMode="auto">
                  <a:xfrm>
                    <a:off x="899080" y="7578118"/>
                    <a:ext cx="2263551" cy="317975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1" name="Picture 16">
                    <a:extLst>
                      <a:ext uri="{FF2B5EF4-FFF2-40B4-BE49-F238E27FC236}">
                        <a16:creationId xmlns:a16="http://schemas.microsoft.com/office/drawing/2014/main" id="{BAB34A5F-B61B-A146-60C0-71DDB4DF100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28816" b="28777"/>
                  <a:stretch/>
                </p:blipFill>
                <p:spPr bwMode="auto">
                  <a:xfrm>
                    <a:off x="3657600" y="8315169"/>
                    <a:ext cx="6553200" cy="185152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2" name="Isosceles Triangle 9">
                    <a:extLst>
                      <a:ext uri="{FF2B5EF4-FFF2-40B4-BE49-F238E27FC236}">
                        <a16:creationId xmlns:a16="http://schemas.microsoft.com/office/drawing/2014/main" id="{F9695197-0372-36BD-CF7D-7C6BADCA7DB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022821" y="8767998"/>
                    <a:ext cx="2072359" cy="965647"/>
                  </a:xfrm>
                  <a:custGeom>
                    <a:avLst/>
                    <a:gdLst>
                      <a:gd name="connsiteX0" fmla="*/ 0 w 1858996"/>
                      <a:gd name="connsiteY0" fmla="*/ 1119526 h 1119526"/>
                      <a:gd name="connsiteX1" fmla="*/ 929498 w 1858996"/>
                      <a:gd name="connsiteY1" fmla="*/ 0 h 1119526"/>
                      <a:gd name="connsiteX2" fmla="*/ 1858996 w 1858996"/>
                      <a:gd name="connsiteY2" fmla="*/ 1119526 h 1119526"/>
                      <a:gd name="connsiteX3" fmla="*/ 0 w 1858996"/>
                      <a:gd name="connsiteY3" fmla="*/ 1119526 h 1119526"/>
                      <a:gd name="connsiteX0" fmla="*/ 0 w 1858996"/>
                      <a:gd name="connsiteY0" fmla="*/ 1081426 h 1081426"/>
                      <a:gd name="connsiteX1" fmla="*/ 1405748 w 1858996"/>
                      <a:gd name="connsiteY1" fmla="*/ 0 h 1081426"/>
                      <a:gd name="connsiteX2" fmla="*/ 1858996 w 1858996"/>
                      <a:gd name="connsiteY2" fmla="*/ 1081426 h 1081426"/>
                      <a:gd name="connsiteX3" fmla="*/ 0 w 1858996"/>
                      <a:gd name="connsiteY3" fmla="*/ 1081426 h 1081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858996" h="1081426">
                        <a:moveTo>
                          <a:pt x="0" y="1081426"/>
                        </a:moveTo>
                        <a:lnTo>
                          <a:pt x="1405748" y="0"/>
                        </a:lnTo>
                        <a:lnTo>
                          <a:pt x="1858996" y="1081426"/>
                        </a:lnTo>
                        <a:lnTo>
                          <a:pt x="0" y="1081426"/>
                        </a:lnTo>
                        <a:close/>
                      </a:path>
                    </a:pathLst>
                  </a:custGeom>
                  <a:solidFill>
                    <a:srgbClr val="A6A6A6">
                      <a:alpha val="60000"/>
                    </a:srgb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676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ABA8B7CC-1FE4-251F-79DA-0A05B8700085}"/>
                      </a:ext>
                    </a:extLst>
                  </p:cNvPr>
                  <p:cNvSpPr/>
                  <p:nvPr/>
                </p:nvSpPr>
                <p:spPr>
                  <a:xfrm>
                    <a:off x="3545120" y="8214640"/>
                    <a:ext cx="2007627" cy="2072359"/>
                  </a:xfrm>
                  <a:prstGeom prst="rect">
                    <a:avLst/>
                  </a:prstGeom>
                  <a:noFill/>
                  <a:ln w="57150">
                    <a:solidFill>
                      <a:srgbClr val="77746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676"/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D28644AF-2150-F79C-87AB-D9DE2536E38D}"/>
                      </a:ext>
                    </a:extLst>
                  </p:cNvPr>
                  <p:cNvSpPr/>
                  <p:nvPr/>
                </p:nvSpPr>
                <p:spPr>
                  <a:xfrm>
                    <a:off x="6079668" y="8214641"/>
                    <a:ext cx="2209801" cy="2072359"/>
                  </a:xfrm>
                  <a:prstGeom prst="rect">
                    <a:avLst/>
                  </a:prstGeom>
                  <a:noFill/>
                  <a:ln w="57150">
                    <a:solidFill>
                      <a:srgbClr val="AD933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676"/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4C5B3312-2479-3346-1E6F-62ED14C1564E}"/>
                      </a:ext>
                    </a:extLst>
                  </p:cNvPr>
                  <p:cNvSpPr/>
                  <p:nvPr/>
                </p:nvSpPr>
                <p:spPr>
                  <a:xfrm>
                    <a:off x="8516357" y="8214641"/>
                    <a:ext cx="1806923" cy="2072359"/>
                  </a:xfrm>
                  <a:prstGeom prst="rect">
                    <a:avLst/>
                  </a:prstGeom>
                  <a:noFill/>
                  <a:ln w="57150">
                    <a:solidFill>
                      <a:srgbClr val="214A2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676"/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1528697-AA68-29FF-9215-D838167DF3EF}"/>
                      </a:ext>
                    </a:extLst>
                  </p:cNvPr>
                  <p:cNvSpPr txBox="1"/>
                  <p:nvPr/>
                </p:nvSpPr>
                <p:spPr>
                  <a:xfrm>
                    <a:off x="1101908" y="7662833"/>
                    <a:ext cx="1750958" cy="249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160" dirty="0"/>
                      <a:t>GCReW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7B372F78-9019-1A74-3F3C-916FFA4FFDC1}"/>
                      </a:ext>
                    </a:extLst>
                  </p:cNvPr>
                  <p:cNvSpPr txBox="1"/>
                  <p:nvPr/>
                </p:nvSpPr>
                <p:spPr>
                  <a:xfrm>
                    <a:off x="1261457" y="8174021"/>
                    <a:ext cx="1750958" cy="249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160" dirty="0"/>
                      <a:t>Money Stump</a:t>
                    </a: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BFE2514F-65F7-C634-5697-EA483C6F84BF}"/>
                      </a:ext>
                    </a:extLst>
                  </p:cNvPr>
                  <p:cNvSpPr txBox="1"/>
                  <p:nvPr/>
                </p:nvSpPr>
                <p:spPr>
                  <a:xfrm>
                    <a:off x="1778391" y="9662022"/>
                    <a:ext cx="1750958" cy="249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160" dirty="0"/>
                      <a:t>Goodwin Islands</a:t>
                    </a: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C32DDAA2-6DBA-FC18-4A38-004EDC74ED0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980" y="9118251"/>
                    <a:ext cx="1750958" cy="249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160" dirty="0"/>
                      <a:t>Sweethall</a:t>
                    </a:r>
                  </a:p>
                </p:txBody>
              </p:sp>
            </p:grpSp>
          </p:grpSp>
        </p:grpSp>
      </p:grpSp>
      <p:pic>
        <p:nvPicPr>
          <p:cNvPr id="30" name="Picture 2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49A93CD-9A22-A9D8-A4F9-ABBFD8A3A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06" t="32174" b="33648"/>
          <a:stretch>
            <a:fillRect/>
          </a:stretch>
        </p:blipFill>
        <p:spPr>
          <a:xfrm>
            <a:off x="18658734" y="33959528"/>
            <a:ext cx="2943533" cy="2867912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BEF1B36-51E3-0CF2-F9CF-8EAE0D3881FF}"/>
              </a:ext>
            </a:extLst>
          </p:cNvPr>
          <p:cNvSpPr txBox="1">
            <a:spLocks/>
          </p:cNvSpPr>
          <p:nvPr/>
        </p:nvSpPr>
        <p:spPr>
          <a:xfrm>
            <a:off x="2775359" y="24275641"/>
            <a:ext cx="15126388" cy="9786036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44381" indent="-517070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68278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9559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72290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5021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752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04835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32146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320" b="1" dirty="0">
                <a:solidFill>
                  <a:srgbClr val="75BFE2"/>
                </a:solidFill>
              </a:rPr>
              <a:t>Porewater Sulfate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sz="3360" dirty="0"/>
              <a:t>Porewater was analyzed for </a:t>
            </a:r>
            <a:r>
              <a:rPr lang="en-US" sz="3360" b="1" dirty="0"/>
              <a:t>SO</a:t>
            </a:r>
            <a:r>
              <a:rPr lang="en-US" sz="3360" b="1" baseline="-25000" dirty="0"/>
              <a:t>4</a:t>
            </a:r>
            <a:r>
              <a:rPr lang="en-US" sz="3360" b="1" baseline="30000" dirty="0"/>
              <a:t>2-</a:t>
            </a:r>
            <a:r>
              <a:rPr lang="en-US" sz="3360" dirty="0"/>
              <a:t> in 2,293 samples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sz="3360" dirty="0"/>
              <a:t>Sulfate increased from upland forest through transition zones to the wetland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sz="3360" dirty="0"/>
              <a:t>Sulfate also increased from </a:t>
            </a:r>
            <a:r>
              <a:rPr lang="en-US" sz="3360" dirty="0" err="1"/>
              <a:t>Sweethall</a:t>
            </a:r>
            <a:r>
              <a:rPr lang="en-US" sz="3360" dirty="0"/>
              <a:t> site (oligohaline) to Goodwin Islands site (</a:t>
            </a:r>
            <a:r>
              <a:rPr lang="en-US" sz="3360" dirty="0" err="1"/>
              <a:t>polyhaline</a:t>
            </a:r>
            <a:r>
              <a:rPr lang="en-US" sz="3360" dirty="0"/>
              <a:t>). 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sz="3360" dirty="0"/>
              <a:t>Surface water was a source of sulfate into these ecosystems. 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endParaRPr lang="en-US" sz="3840" dirty="0"/>
          </a:p>
          <a:p>
            <a:pPr marL="548640" indent="-548640">
              <a:buFont typeface="Arial" panose="020B0604020202020204" pitchFamily="34" charset="0"/>
              <a:buChar char="•"/>
            </a:pPr>
            <a:endParaRPr lang="en-US" sz="3420" dirty="0"/>
          </a:p>
        </p:txBody>
      </p:sp>
      <p:pic>
        <p:nvPicPr>
          <p:cNvPr id="32" name="Picture 31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98B7A699-3802-B555-5777-71C8B25EFD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9"/>
          <a:stretch>
            <a:fillRect/>
          </a:stretch>
        </p:blipFill>
        <p:spPr>
          <a:xfrm>
            <a:off x="3024515" y="28483504"/>
            <a:ext cx="13849991" cy="794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79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212</Words>
  <Application>Microsoft Office PowerPoint</Application>
  <PresentationFormat>Custom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Office Theme</vt:lpstr>
      <vt:lpstr>Porewater sulfate varies across the coastal terrestrial-aquatic interface, sampling depths, and seasonally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Read, Zoe</cp:lastModifiedBy>
  <cp:revision>43</cp:revision>
  <dcterms:created xsi:type="dcterms:W3CDTF">2012-11-30T02:20:55Z</dcterms:created>
  <dcterms:modified xsi:type="dcterms:W3CDTF">2026-03-12T20:25:09Z</dcterms:modified>
</cp:coreProperties>
</file>